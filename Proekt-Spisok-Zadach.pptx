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9372600"/>
  <p:notesSz cx="11430000" cy="9372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EFEFE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BEBEBE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EFEFE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BEBEBE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643864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EFEFE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EFEFE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4" y="980947"/>
            <a:ext cx="3094990" cy="8079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EFEFE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7375" y="1831339"/>
            <a:ext cx="4792980" cy="1673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BEBEBE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hyperlink" Target="https://github.com/Rimade/todo-lite-app" TargetMode="External"/><Relationship Id="rId4" Type="http://schemas.openxmlformats.org/officeDocument/2006/relationships/hyperlink" Target="https://github.com/Rimade/todo-lite-app/stargazers" TargetMode="External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2663825"/>
            <a:ext cx="483933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000" spc="-10">
                <a:latin typeface="SimSun"/>
                <a:cs typeface="SimSun"/>
              </a:rPr>
              <a:t>П@&gt;5кB</a:t>
            </a:r>
            <a:r>
              <a:rPr dirty="0" sz="3000" spc="-819">
                <a:latin typeface="SimSun"/>
                <a:cs typeface="SimSun"/>
              </a:rPr>
              <a:t> </a:t>
            </a:r>
            <a:r>
              <a:rPr dirty="0" sz="3350" spc="-235">
                <a:latin typeface="Tahoma"/>
                <a:cs typeface="Tahoma"/>
              </a:rPr>
              <a:t>"</a:t>
            </a:r>
            <a:r>
              <a:rPr dirty="0" sz="3000" spc="-235">
                <a:latin typeface="SimSun"/>
                <a:cs typeface="SimSun"/>
              </a:rPr>
              <a:t>С?иA&gt;к</a:t>
            </a:r>
            <a:r>
              <a:rPr dirty="0" sz="3000" spc="-815">
                <a:latin typeface="SimSun"/>
                <a:cs typeface="SimSun"/>
              </a:rPr>
              <a:t> </a:t>
            </a:r>
            <a:r>
              <a:rPr dirty="0" sz="3000" spc="-635">
                <a:latin typeface="SimSun"/>
                <a:cs typeface="SimSun"/>
              </a:rPr>
              <a:t>За4ач</a:t>
            </a:r>
            <a:r>
              <a:rPr dirty="0" sz="3350" spc="-635">
                <a:latin typeface="Tahoma"/>
                <a:cs typeface="Tahoma"/>
              </a:rPr>
              <a:t>"</a:t>
            </a:r>
            <a:endParaRPr sz="335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73625" y="3492500"/>
            <a:ext cx="459041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35">
                <a:solidFill>
                  <a:srgbClr val="BEBEBE"/>
                </a:solidFill>
                <a:latin typeface="Lucida Sans Unicode"/>
                <a:cs typeface="Lucida Sans Unicode"/>
              </a:rPr>
              <a:t>Л97&gt;B9</a:t>
            </a:r>
            <a:r>
              <a:rPr dirty="0" sz="1350" spc="-6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BEBEBE"/>
                </a:solidFill>
                <a:latin typeface="Lucida Sans Unicode"/>
                <a:cs typeface="Lucida Sans Unicode"/>
              </a:rPr>
              <a:t>8</a:t>
            </a:r>
            <a:r>
              <a:rPr dirty="0" sz="1350" spc="-5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BEBEBE"/>
                </a:solidFill>
                <a:latin typeface="Lucida Sans Unicode"/>
                <a:cs typeface="Lucida Sans Unicode"/>
              </a:rPr>
              <a:t>эHH9&gt;F86AB9</a:t>
            </a:r>
            <a:r>
              <a:rPr dirty="0" sz="1350" spc="-5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0">
                <a:solidFill>
                  <a:srgbClr val="BEBEBE"/>
                </a:solidFill>
                <a:latin typeface="Lucida Sans Unicode"/>
                <a:cs typeface="Lucida Sans Unicode"/>
              </a:rPr>
              <a:t>GCDа6л9A89</a:t>
            </a:r>
            <a:r>
              <a:rPr dirty="0" sz="1350" spc="-6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6аH8@8</a:t>
            </a:r>
            <a:r>
              <a:rPr dirty="0" sz="1350" spc="-55">
                <a:solidFill>
                  <a:srgbClr val="BEBEBE"/>
                </a:solidFill>
                <a:latin typeface="Lucida Sans Unicode"/>
                <a:cs typeface="Lucida Sans Unicode"/>
              </a:rPr>
              <a:t> 7а8аGа@8.</a:t>
            </a:r>
            <a:endParaRPr sz="1350">
              <a:latin typeface="Lucida Sans Unicode"/>
              <a:cs typeface="Lucida Sans Unicode"/>
            </a:endParaRPr>
          </a:p>
        </p:txBody>
      </p:sp>
      <p:pic>
        <p:nvPicPr>
          <p:cNvPr id="5" name="object 5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027597"/>
            <a:ext cx="2542540" cy="514984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240">
                <a:latin typeface="Comic Sans MS"/>
                <a:cs typeface="Comic Sans MS"/>
              </a:rPr>
              <a:t> </a:t>
            </a:r>
            <a:r>
              <a:rPr dirty="0" sz="3200">
                <a:latin typeface="Comic Sans MS"/>
                <a:cs typeface="Comic Sans MS"/>
              </a:rPr>
              <a:t>5зор</a:t>
            </a:r>
            <a:r>
              <a:rPr dirty="0" sz="3200" spc="585">
                <a:latin typeface="Comic Sans MS"/>
                <a:cs typeface="Comic Sans MS"/>
              </a:rPr>
              <a:t> </a:t>
            </a:r>
            <a:r>
              <a:rPr dirty="0" sz="3200" spc="-45">
                <a:latin typeface="Comic Sans MS"/>
                <a:cs typeface="Comic Sans MS"/>
              </a:rPr>
              <a:t>роект4</a:t>
            </a:r>
            <a:endParaRPr sz="3200">
              <a:latin typeface="Comic Sans MS"/>
              <a:cs typeface="Comic Sans MS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00075" y="1800224"/>
            <a:ext cx="2886075" cy="1676400"/>
            <a:chOff x="600075" y="1800224"/>
            <a:chExt cx="2886075" cy="1676400"/>
          </a:xfrm>
        </p:grpSpPr>
        <p:sp>
          <p:nvSpPr>
            <p:cNvPr id="4" name="object 4" descr=""/>
            <p:cNvSpPr/>
            <p:nvPr/>
          </p:nvSpPr>
          <p:spPr>
            <a:xfrm>
              <a:off x="600075" y="1800224"/>
              <a:ext cx="2886075" cy="1676400"/>
            </a:xfrm>
            <a:custGeom>
              <a:avLst/>
              <a:gdLst/>
              <a:ahLst/>
              <a:cxnLst/>
              <a:rect l="l" t="t" r="r" b="b"/>
              <a:pathLst>
                <a:path w="2886075" h="1676400">
                  <a:moveTo>
                    <a:pt x="2867482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1654975"/>
                  </a:lnTo>
                  <a:lnTo>
                    <a:pt x="0" y="1657807"/>
                  </a:lnTo>
                  <a:lnTo>
                    <a:pt x="18588" y="1676400"/>
                  </a:lnTo>
                  <a:lnTo>
                    <a:pt x="2867482" y="1676400"/>
                  </a:lnTo>
                  <a:lnTo>
                    <a:pt x="2886075" y="1657807"/>
                  </a:lnTo>
                  <a:lnTo>
                    <a:pt x="2886075" y="18592"/>
                  </a:lnTo>
                  <a:lnTo>
                    <a:pt x="2870225" y="546"/>
                  </a:lnTo>
                  <a:lnTo>
                    <a:pt x="2867482" y="0"/>
                  </a:lnTo>
                  <a:close/>
                </a:path>
              </a:pathLst>
            </a:custGeom>
            <a:solidFill>
              <a:srgbClr val="3E3E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71525" y="1971674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0"/>
                  </a:moveTo>
                  <a:lnTo>
                    <a:pt x="248751" y="0"/>
                  </a:lnTo>
                  <a:lnTo>
                    <a:pt x="240347" y="406"/>
                  </a:lnTo>
                  <a:lnTo>
                    <a:pt x="198739" y="6578"/>
                  </a:lnTo>
                  <a:lnTo>
                    <a:pt x="150976" y="22796"/>
                  </a:lnTo>
                  <a:lnTo>
                    <a:pt x="107294" y="48018"/>
                  </a:lnTo>
                  <a:lnTo>
                    <a:pt x="69368" y="81280"/>
                  </a:lnTo>
                  <a:lnTo>
                    <a:pt x="38660" y="121297"/>
                  </a:lnTo>
                  <a:lnTo>
                    <a:pt x="16351" y="166535"/>
                  </a:lnTo>
                  <a:lnTo>
                    <a:pt x="3299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83" y="315607"/>
                  </a:lnTo>
                  <a:lnTo>
                    <a:pt x="22800" y="363372"/>
                  </a:lnTo>
                  <a:lnTo>
                    <a:pt x="48022" y="407060"/>
                  </a:lnTo>
                  <a:lnTo>
                    <a:pt x="81280" y="444982"/>
                  </a:lnTo>
                  <a:lnTo>
                    <a:pt x="121300" y="475691"/>
                  </a:lnTo>
                  <a:lnTo>
                    <a:pt x="166538" y="497992"/>
                  </a:lnTo>
                  <a:lnTo>
                    <a:pt x="215265" y="511048"/>
                  </a:lnTo>
                  <a:lnTo>
                    <a:pt x="248751" y="514350"/>
                  </a:lnTo>
                  <a:lnTo>
                    <a:pt x="265598" y="514350"/>
                  </a:lnTo>
                  <a:lnTo>
                    <a:pt x="315610" y="507758"/>
                  </a:lnTo>
                  <a:lnTo>
                    <a:pt x="363373" y="491553"/>
                  </a:lnTo>
                  <a:lnTo>
                    <a:pt x="407055" y="466331"/>
                  </a:lnTo>
                  <a:lnTo>
                    <a:pt x="444981" y="433070"/>
                  </a:lnTo>
                  <a:lnTo>
                    <a:pt x="475689" y="393052"/>
                  </a:lnTo>
                  <a:lnTo>
                    <a:pt x="497998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49" y="150977"/>
                  </a:lnTo>
                  <a:lnTo>
                    <a:pt x="466328" y="107289"/>
                  </a:lnTo>
                  <a:lnTo>
                    <a:pt x="433070" y="69367"/>
                  </a:lnTo>
                  <a:lnTo>
                    <a:pt x="393049" y="38658"/>
                  </a:lnTo>
                  <a:lnTo>
                    <a:pt x="347811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8" y="0"/>
                  </a:lnTo>
                  <a:close/>
                </a:path>
              </a:pathLst>
            </a:custGeom>
            <a:solidFill>
              <a:srgbClr val="F5F5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14215" y="2119236"/>
              <a:ext cx="232410" cy="222250"/>
            </a:xfrm>
            <a:custGeom>
              <a:avLst/>
              <a:gdLst/>
              <a:ahLst/>
              <a:cxnLst/>
              <a:rect l="l" t="t" r="r" b="b"/>
              <a:pathLst>
                <a:path w="232409" h="222250">
                  <a:moveTo>
                    <a:pt x="67786" y="219227"/>
                  </a:moveTo>
                  <a:lnTo>
                    <a:pt x="35233" y="221856"/>
                  </a:lnTo>
                  <a:lnTo>
                    <a:pt x="15240" y="221894"/>
                  </a:lnTo>
                </a:path>
                <a:path w="232409" h="222250">
                  <a:moveTo>
                    <a:pt x="227857" y="68186"/>
                  </a:moveTo>
                  <a:lnTo>
                    <a:pt x="217070" y="72694"/>
                  </a:lnTo>
                  <a:lnTo>
                    <a:pt x="213627" y="72745"/>
                  </a:lnTo>
                </a:path>
                <a:path w="232409" h="222250">
                  <a:moveTo>
                    <a:pt x="67668" y="3048"/>
                  </a:moveTo>
                  <a:lnTo>
                    <a:pt x="34809" y="292"/>
                  </a:lnTo>
                  <a:lnTo>
                    <a:pt x="15240" y="292"/>
                  </a:lnTo>
                </a:path>
                <a:path w="232409" h="222250">
                  <a:moveTo>
                    <a:pt x="195709" y="166471"/>
                  </a:moveTo>
                  <a:lnTo>
                    <a:pt x="183615" y="179628"/>
                  </a:lnTo>
                  <a:lnTo>
                    <a:pt x="183610" y="182778"/>
                  </a:lnTo>
                </a:path>
                <a:path w="232409" h="222250">
                  <a:moveTo>
                    <a:pt x="183664" y="214922"/>
                  </a:moveTo>
                  <a:lnTo>
                    <a:pt x="201436" y="221795"/>
                  </a:lnTo>
                  <a:lnTo>
                    <a:pt x="215597" y="221767"/>
                  </a:lnTo>
                  <a:lnTo>
                    <a:pt x="224825" y="211810"/>
                  </a:lnTo>
                  <a:lnTo>
                    <a:pt x="224919" y="210540"/>
                  </a:lnTo>
                </a:path>
                <a:path w="232409" h="222250">
                  <a:moveTo>
                    <a:pt x="224800" y="176466"/>
                  </a:moveTo>
                  <a:lnTo>
                    <a:pt x="224572" y="174561"/>
                  </a:lnTo>
                  <a:lnTo>
                    <a:pt x="223951" y="172580"/>
                  </a:lnTo>
                  <a:lnTo>
                    <a:pt x="221888" y="169189"/>
                  </a:lnTo>
                </a:path>
                <a:path w="232409" h="222250">
                  <a:moveTo>
                    <a:pt x="368" y="164490"/>
                  </a:moveTo>
                  <a:lnTo>
                    <a:pt x="15871" y="149593"/>
                  </a:lnTo>
                  <a:lnTo>
                    <a:pt x="20285" y="149580"/>
                  </a:lnTo>
                </a:path>
                <a:path w="232409" h="222250">
                  <a:moveTo>
                    <a:pt x="58148" y="149529"/>
                  </a:moveTo>
                  <a:lnTo>
                    <a:pt x="73258" y="165417"/>
                  </a:lnTo>
                  <a:lnTo>
                    <a:pt x="73273" y="169202"/>
                  </a:lnTo>
                </a:path>
                <a:path w="232409" h="222250">
                  <a:moveTo>
                    <a:pt x="73204" y="208013"/>
                  </a:moveTo>
                  <a:lnTo>
                    <a:pt x="72826" y="210883"/>
                  </a:lnTo>
                  <a:lnTo>
                    <a:pt x="72246" y="212839"/>
                  </a:lnTo>
                  <a:lnTo>
                    <a:pt x="70783" y="215811"/>
                  </a:lnTo>
                  <a:lnTo>
                    <a:pt x="69002" y="218351"/>
                  </a:lnTo>
                </a:path>
                <a:path w="232409" h="222250">
                  <a:moveTo>
                    <a:pt x="158388" y="14859"/>
                  </a:moveTo>
                  <a:lnTo>
                    <a:pt x="173559" y="254"/>
                  </a:lnTo>
                  <a:lnTo>
                    <a:pt x="177344" y="203"/>
                  </a:lnTo>
                </a:path>
                <a:path w="232409" h="222250">
                  <a:moveTo>
                    <a:pt x="231413" y="59651"/>
                  </a:moveTo>
                  <a:lnTo>
                    <a:pt x="231021" y="62166"/>
                  </a:lnTo>
                  <a:lnTo>
                    <a:pt x="230233" y="64516"/>
                  </a:lnTo>
                  <a:lnTo>
                    <a:pt x="228536" y="67475"/>
                  </a:lnTo>
                  <a:lnTo>
                    <a:pt x="227857" y="68186"/>
                  </a:lnTo>
                </a:path>
                <a:path w="232409" h="222250">
                  <a:moveTo>
                    <a:pt x="15240" y="292"/>
                  </a:moveTo>
                  <a:lnTo>
                    <a:pt x="382" y="15875"/>
                  </a:lnTo>
                  <a:lnTo>
                    <a:pt x="382" y="20281"/>
                  </a:lnTo>
                </a:path>
                <a:path w="232409" h="222250">
                  <a:moveTo>
                    <a:pt x="58148" y="72669"/>
                  </a:moveTo>
                  <a:lnTo>
                    <a:pt x="73289" y="56565"/>
                  </a:lnTo>
                  <a:lnTo>
                    <a:pt x="73284" y="52781"/>
                  </a:lnTo>
                </a:path>
                <a:path w="232409" h="222250">
                  <a:moveTo>
                    <a:pt x="73243" y="13982"/>
                  </a:moveTo>
                  <a:lnTo>
                    <a:pt x="72871" y="11125"/>
                  </a:lnTo>
                  <a:lnTo>
                    <a:pt x="72261" y="9156"/>
                  </a:lnTo>
                  <a:lnTo>
                    <a:pt x="71299" y="7188"/>
                  </a:lnTo>
                  <a:lnTo>
                    <a:pt x="68873" y="3873"/>
                  </a:lnTo>
                </a:path>
                <a:path w="232409" h="222250">
                  <a:moveTo>
                    <a:pt x="220658" y="168414"/>
                  </a:moveTo>
                  <a:lnTo>
                    <a:pt x="195709" y="166471"/>
                  </a:lnTo>
                </a:path>
                <a:path w="232409" h="222250">
                  <a:moveTo>
                    <a:pt x="220658" y="168414"/>
                  </a:moveTo>
                  <a:lnTo>
                    <a:pt x="221888" y="169189"/>
                  </a:lnTo>
                </a:path>
                <a:path w="232409" h="222250">
                  <a:moveTo>
                    <a:pt x="115977" y="188810"/>
                  </a:moveTo>
                  <a:lnTo>
                    <a:pt x="116037" y="149288"/>
                  </a:lnTo>
                </a:path>
                <a:path w="232409" h="222250">
                  <a:moveTo>
                    <a:pt x="67786" y="219227"/>
                  </a:moveTo>
                  <a:lnTo>
                    <a:pt x="69002" y="218351"/>
                  </a:lnTo>
                </a:path>
                <a:path w="232409" h="222250">
                  <a:moveTo>
                    <a:pt x="67668" y="3048"/>
                  </a:moveTo>
                  <a:lnTo>
                    <a:pt x="68873" y="3873"/>
                  </a:lnTo>
                </a:path>
                <a:path w="232409" h="222250">
                  <a:moveTo>
                    <a:pt x="115610" y="110985"/>
                  </a:moveTo>
                  <a:lnTo>
                    <a:pt x="116121" y="32651"/>
                  </a:lnTo>
                </a:path>
                <a:path w="232409" h="222250">
                  <a:moveTo>
                    <a:pt x="35704" y="111163"/>
                  </a:moveTo>
                  <a:lnTo>
                    <a:pt x="115610" y="110985"/>
                  </a:lnTo>
                </a:path>
                <a:path w="232409" h="222250">
                  <a:moveTo>
                    <a:pt x="196959" y="111163"/>
                  </a:moveTo>
                  <a:lnTo>
                    <a:pt x="161994" y="111315"/>
                  </a:lnTo>
                  <a:lnTo>
                    <a:pt x="161752" y="148640"/>
                  </a:lnTo>
                </a:path>
                <a:path w="232409" h="222250">
                  <a:moveTo>
                    <a:pt x="143033" y="148920"/>
                  </a:moveTo>
                  <a:lnTo>
                    <a:pt x="161752" y="148640"/>
                  </a:lnTo>
                </a:path>
                <a:path w="232409" h="222250">
                  <a:moveTo>
                    <a:pt x="15240" y="221970"/>
                  </a:moveTo>
                  <a:lnTo>
                    <a:pt x="12909" y="222072"/>
                  </a:lnTo>
                  <a:lnTo>
                    <a:pt x="10681" y="221627"/>
                  </a:lnTo>
                  <a:lnTo>
                    <a:pt x="8563" y="220649"/>
                  </a:lnTo>
                  <a:lnTo>
                    <a:pt x="6440" y="219671"/>
                  </a:lnTo>
                  <a:lnTo>
                    <a:pt x="4663" y="218262"/>
                  </a:lnTo>
                  <a:lnTo>
                    <a:pt x="3229" y="216408"/>
                  </a:lnTo>
                  <a:lnTo>
                    <a:pt x="1791" y="214566"/>
                  </a:lnTo>
                  <a:lnTo>
                    <a:pt x="858" y="212496"/>
                  </a:lnTo>
                  <a:lnTo>
                    <a:pt x="431" y="210197"/>
                  </a:lnTo>
                  <a:lnTo>
                    <a:pt x="0" y="207911"/>
                  </a:lnTo>
                  <a:lnTo>
                    <a:pt x="119" y="205638"/>
                  </a:lnTo>
                  <a:lnTo>
                    <a:pt x="789" y="203403"/>
                  </a:lnTo>
                </a:path>
                <a:path w="232409" h="222250">
                  <a:moveTo>
                    <a:pt x="387" y="203276"/>
                  </a:moveTo>
                  <a:lnTo>
                    <a:pt x="368" y="164490"/>
                  </a:lnTo>
                </a:path>
                <a:path w="232409" h="222250">
                  <a:moveTo>
                    <a:pt x="213627" y="72745"/>
                  </a:moveTo>
                  <a:lnTo>
                    <a:pt x="173876" y="72758"/>
                  </a:lnTo>
                </a:path>
                <a:path w="232409" h="222250">
                  <a:moveTo>
                    <a:pt x="20285" y="149580"/>
                  </a:moveTo>
                  <a:lnTo>
                    <a:pt x="58148" y="149529"/>
                  </a:lnTo>
                </a:path>
                <a:path w="232409" h="222250">
                  <a:moveTo>
                    <a:pt x="183610" y="182778"/>
                  </a:moveTo>
                  <a:lnTo>
                    <a:pt x="183664" y="214922"/>
                  </a:lnTo>
                </a:path>
                <a:path w="232409" h="222250">
                  <a:moveTo>
                    <a:pt x="173866" y="72682"/>
                  </a:moveTo>
                  <a:lnTo>
                    <a:pt x="171574" y="72923"/>
                  </a:lnTo>
                  <a:lnTo>
                    <a:pt x="169351" y="72618"/>
                  </a:lnTo>
                  <a:lnTo>
                    <a:pt x="167209" y="71767"/>
                  </a:lnTo>
                  <a:lnTo>
                    <a:pt x="165060" y="70916"/>
                  </a:lnTo>
                  <a:lnTo>
                    <a:pt x="158184" y="59613"/>
                  </a:lnTo>
                  <a:lnTo>
                    <a:pt x="158220" y="57365"/>
                  </a:lnTo>
                  <a:lnTo>
                    <a:pt x="158804" y="55143"/>
                  </a:lnTo>
                </a:path>
                <a:path w="232409" h="222250">
                  <a:moveTo>
                    <a:pt x="224919" y="210540"/>
                  </a:moveTo>
                  <a:lnTo>
                    <a:pt x="224800" y="176466"/>
                  </a:lnTo>
                </a:path>
                <a:path w="232409" h="222250">
                  <a:moveTo>
                    <a:pt x="158487" y="55054"/>
                  </a:moveTo>
                  <a:lnTo>
                    <a:pt x="158388" y="14859"/>
                  </a:lnTo>
                </a:path>
                <a:path w="232409" h="222250">
                  <a:moveTo>
                    <a:pt x="177344" y="203"/>
                  </a:moveTo>
                  <a:lnTo>
                    <a:pt x="216912" y="127"/>
                  </a:lnTo>
                </a:path>
                <a:path w="232409" h="222250">
                  <a:moveTo>
                    <a:pt x="216912" y="76"/>
                  </a:moveTo>
                  <a:lnTo>
                    <a:pt x="219199" y="0"/>
                  </a:lnTo>
                  <a:lnTo>
                    <a:pt x="221372" y="444"/>
                  </a:lnTo>
                  <a:lnTo>
                    <a:pt x="223441" y="1422"/>
                  </a:lnTo>
                  <a:lnTo>
                    <a:pt x="225510" y="2400"/>
                  </a:lnTo>
                  <a:lnTo>
                    <a:pt x="227241" y="3784"/>
                  </a:lnTo>
                  <a:lnTo>
                    <a:pt x="228640" y="5600"/>
                  </a:lnTo>
                  <a:lnTo>
                    <a:pt x="230038" y="7404"/>
                  </a:lnTo>
                  <a:lnTo>
                    <a:pt x="230946" y="9436"/>
                  </a:lnTo>
                  <a:lnTo>
                    <a:pt x="231368" y="11684"/>
                  </a:lnTo>
                  <a:lnTo>
                    <a:pt x="231790" y="13931"/>
                  </a:lnTo>
                  <a:lnTo>
                    <a:pt x="231675" y="16154"/>
                  </a:lnTo>
                  <a:lnTo>
                    <a:pt x="231026" y="18338"/>
                  </a:lnTo>
                </a:path>
                <a:path w="232409" h="222250">
                  <a:moveTo>
                    <a:pt x="73273" y="169202"/>
                  </a:moveTo>
                  <a:lnTo>
                    <a:pt x="73204" y="208013"/>
                  </a:lnTo>
                </a:path>
                <a:path w="232409" h="222250">
                  <a:moveTo>
                    <a:pt x="382" y="20281"/>
                  </a:moveTo>
                  <a:lnTo>
                    <a:pt x="382" y="58140"/>
                  </a:lnTo>
                  <a:lnTo>
                    <a:pt x="1605" y="64707"/>
                  </a:lnTo>
                  <a:lnTo>
                    <a:pt x="6441" y="69810"/>
                  </a:lnTo>
                  <a:lnTo>
                    <a:pt x="12986" y="72701"/>
                  </a:lnTo>
                  <a:lnTo>
                    <a:pt x="19338" y="72631"/>
                  </a:lnTo>
                </a:path>
                <a:path w="232409" h="222250">
                  <a:moveTo>
                    <a:pt x="231423" y="18453"/>
                  </a:moveTo>
                  <a:lnTo>
                    <a:pt x="231413" y="59651"/>
                  </a:lnTo>
                </a:path>
                <a:path w="232409" h="222250">
                  <a:moveTo>
                    <a:pt x="19338" y="72631"/>
                  </a:moveTo>
                  <a:lnTo>
                    <a:pt x="58148" y="72669"/>
                  </a:lnTo>
                </a:path>
                <a:path w="232409" h="222250">
                  <a:moveTo>
                    <a:pt x="73284" y="52781"/>
                  </a:moveTo>
                  <a:lnTo>
                    <a:pt x="73243" y="13982"/>
                  </a:lnTo>
                </a:path>
              </a:pathLst>
            </a:custGeom>
            <a:ln w="102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758825" y="2600621"/>
            <a:ext cx="2175510" cy="675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110">
                <a:solidFill>
                  <a:srgbClr val="BEBEBE"/>
                </a:solidFill>
                <a:latin typeface="SimSun"/>
                <a:cs typeface="SimSun"/>
              </a:rPr>
              <a:t>Р5?&gt;78B&gt;@89</a:t>
            </a:r>
            <a:r>
              <a:rPr dirty="0" sz="2000" spc="-565">
                <a:solidFill>
                  <a:srgbClr val="BEBEBE"/>
                </a:solidFill>
                <a:latin typeface="SimSun"/>
                <a:cs typeface="SimSun"/>
              </a:rPr>
              <a:t> </a:t>
            </a:r>
            <a:r>
              <a:rPr dirty="0" sz="1650" spc="95">
                <a:solidFill>
                  <a:srgbClr val="BEBEBE"/>
                </a:solidFill>
                <a:latin typeface="Tahoma"/>
                <a:cs typeface="Tahoma"/>
              </a:rPr>
              <a:t>GitHub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350" spc="-80">
                <a:solidFill>
                  <a:srgbClr val="BEBEBE"/>
                </a:solidFill>
                <a:latin typeface="Lucida Sans Unicode"/>
                <a:cs typeface="Lucida Sans Unicode"/>
              </a:rPr>
              <a:t>Rimade/todo-</a:t>
            </a:r>
            <a:r>
              <a:rPr dirty="0" sz="1350" spc="-60">
                <a:solidFill>
                  <a:srgbClr val="BEBEBE"/>
                </a:solidFill>
                <a:latin typeface="Lucida Sans Unicode"/>
                <a:cs typeface="Lucida Sans Unicode"/>
              </a:rPr>
              <a:t>lite-</a:t>
            </a:r>
            <a:r>
              <a:rPr dirty="0" sz="1350" spc="-25">
                <a:solidFill>
                  <a:srgbClr val="BEBEBE"/>
                </a:solidFill>
                <a:latin typeface="Lucida Sans Unicode"/>
                <a:cs typeface="Lucida Sans Unicode"/>
              </a:rPr>
              <a:t>app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3657600" y="1800224"/>
            <a:ext cx="2886075" cy="1676400"/>
            <a:chOff x="3657600" y="1800224"/>
            <a:chExt cx="2886075" cy="1676400"/>
          </a:xfrm>
        </p:grpSpPr>
        <p:sp>
          <p:nvSpPr>
            <p:cNvPr id="9" name="object 9" descr=""/>
            <p:cNvSpPr/>
            <p:nvPr/>
          </p:nvSpPr>
          <p:spPr>
            <a:xfrm>
              <a:off x="3657600" y="1800224"/>
              <a:ext cx="2886075" cy="1676400"/>
            </a:xfrm>
            <a:custGeom>
              <a:avLst/>
              <a:gdLst/>
              <a:ahLst/>
              <a:cxnLst/>
              <a:rect l="l" t="t" r="r" b="b"/>
              <a:pathLst>
                <a:path w="2886075" h="1676400">
                  <a:moveTo>
                    <a:pt x="2867482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654975"/>
                  </a:lnTo>
                  <a:lnTo>
                    <a:pt x="0" y="1657807"/>
                  </a:lnTo>
                  <a:lnTo>
                    <a:pt x="18592" y="1676400"/>
                  </a:lnTo>
                  <a:lnTo>
                    <a:pt x="2867482" y="1676400"/>
                  </a:lnTo>
                  <a:lnTo>
                    <a:pt x="2886075" y="1657807"/>
                  </a:lnTo>
                  <a:lnTo>
                    <a:pt x="2886075" y="18592"/>
                  </a:lnTo>
                  <a:lnTo>
                    <a:pt x="2870225" y="546"/>
                  </a:lnTo>
                  <a:lnTo>
                    <a:pt x="2867482" y="0"/>
                  </a:lnTo>
                  <a:close/>
                </a:path>
              </a:pathLst>
            </a:custGeom>
            <a:solidFill>
              <a:srgbClr val="3E3E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829050" y="1971674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78" y="393052"/>
                  </a:lnTo>
                  <a:lnTo>
                    <a:pt x="497992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F5F5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83182" y="2109424"/>
              <a:ext cx="209068" cy="241682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3816350" y="2600621"/>
            <a:ext cx="1705610" cy="675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495">
                <a:solidFill>
                  <a:srgbClr val="BEBEBE"/>
                </a:solidFill>
                <a:latin typeface="SimSun"/>
                <a:cs typeface="SimSun"/>
              </a:rPr>
              <a:t>ОA=&gt;в=ая</a:t>
            </a:r>
            <a:r>
              <a:rPr dirty="0" sz="2000" spc="-670">
                <a:solidFill>
                  <a:srgbClr val="BEBEBE"/>
                </a:solidFill>
                <a:latin typeface="SimSun"/>
                <a:cs typeface="SimSun"/>
              </a:rPr>
              <a:t> </a:t>
            </a:r>
            <a:r>
              <a:rPr dirty="0" sz="2000" spc="-465">
                <a:solidFill>
                  <a:srgbClr val="BEBEBE"/>
                </a:solidFill>
                <a:latin typeface="SimSun"/>
                <a:cs typeface="SimSun"/>
              </a:rPr>
              <a:t>В5B:а</a:t>
            </a:r>
            <a:endParaRPr sz="20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350" spc="-30">
                <a:solidFill>
                  <a:srgbClr val="BEBEBE"/>
                </a:solidFill>
                <a:latin typeface="Lucida Sans Unicode"/>
                <a:cs typeface="Lucida Sans Unicode"/>
              </a:rPr>
              <a:t>main</a:t>
            </a:r>
            <a:r>
              <a:rPr dirty="0" sz="1350" spc="-7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0">
                <a:solidFill>
                  <a:srgbClr val="BEBEBE"/>
                </a:solidFill>
                <a:latin typeface="Lucida Sans Unicode"/>
                <a:cs typeface="Lucida Sans Unicode"/>
              </a:rPr>
              <a:t>(1 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комм8т)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00075" y="3648075"/>
            <a:ext cx="5943600" cy="1676400"/>
            <a:chOff x="600075" y="3648075"/>
            <a:chExt cx="5943600" cy="1676400"/>
          </a:xfrm>
        </p:grpSpPr>
        <p:sp>
          <p:nvSpPr>
            <p:cNvPr id="14" name="object 14" descr=""/>
            <p:cNvSpPr/>
            <p:nvPr/>
          </p:nvSpPr>
          <p:spPr>
            <a:xfrm>
              <a:off x="600075" y="3648075"/>
              <a:ext cx="5943600" cy="1676400"/>
            </a:xfrm>
            <a:custGeom>
              <a:avLst/>
              <a:gdLst/>
              <a:ahLst/>
              <a:cxnLst/>
              <a:rect l="l" t="t" r="r" b="b"/>
              <a:pathLst>
                <a:path w="5943600" h="1676400">
                  <a:moveTo>
                    <a:pt x="5925007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1654970"/>
                  </a:lnTo>
                  <a:lnTo>
                    <a:pt x="0" y="1657807"/>
                  </a:lnTo>
                  <a:lnTo>
                    <a:pt x="18588" y="1676401"/>
                  </a:lnTo>
                  <a:lnTo>
                    <a:pt x="5925007" y="1676401"/>
                  </a:lnTo>
                  <a:lnTo>
                    <a:pt x="5943600" y="1657807"/>
                  </a:lnTo>
                  <a:lnTo>
                    <a:pt x="5943600" y="18592"/>
                  </a:lnTo>
                  <a:lnTo>
                    <a:pt x="5927750" y="546"/>
                  </a:lnTo>
                  <a:lnTo>
                    <a:pt x="5925007" y="0"/>
                  </a:lnTo>
                  <a:close/>
                </a:path>
              </a:pathLst>
            </a:custGeom>
            <a:solidFill>
              <a:srgbClr val="3E3E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71525" y="38195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0"/>
                  </a:moveTo>
                  <a:lnTo>
                    <a:pt x="248751" y="0"/>
                  </a:lnTo>
                  <a:lnTo>
                    <a:pt x="240347" y="406"/>
                  </a:lnTo>
                  <a:lnTo>
                    <a:pt x="198739" y="6578"/>
                  </a:lnTo>
                  <a:lnTo>
                    <a:pt x="150976" y="22796"/>
                  </a:lnTo>
                  <a:lnTo>
                    <a:pt x="107294" y="48018"/>
                  </a:lnTo>
                  <a:lnTo>
                    <a:pt x="69368" y="81280"/>
                  </a:lnTo>
                  <a:lnTo>
                    <a:pt x="38660" y="121297"/>
                  </a:lnTo>
                  <a:lnTo>
                    <a:pt x="16351" y="166535"/>
                  </a:lnTo>
                  <a:lnTo>
                    <a:pt x="3299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83" y="315607"/>
                  </a:lnTo>
                  <a:lnTo>
                    <a:pt x="22800" y="363372"/>
                  </a:lnTo>
                  <a:lnTo>
                    <a:pt x="48022" y="407060"/>
                  </a:lnTo>
                  <a:lnTo>
                    <a:pt x="81280" y="444982"/>
                  </a:lnTo>
                  <a:lnTo>
                    <a:pt x="121300" y="475691"/>
                  </a:lnTo>
                  <a:lnTo>
                    <a:pt x="166538" y="497992"/>
                  </a:lnTo>
                  <a:lnTo>
                    <a:pt x="215265" y="511048"/>
                  </a:lnTo>
                  <a:lnTo>
                    <a:pt x="248751" y="514350"/>
                  </a:lnTo>
                  <a:lnTo>
                    <a:pt x="265598" y="514350"/>
                  </a:lnTo>
                  <a:lnTo>
                    <a:pt x="315610" y="507758"/>
                  </a:lnTo>
                  <a:lnTo>
                    <a:pt x="363373" y="491553"/>
                  </a:lnTo>
                  <a:lnTo>
                    <a:pt x="407055" y="466331"/>
                  </a:lnTo>
                  <a:lnTo>
                    <a:pt x="444981" y="433070"/>
                  </a:lnTo>
                  <a:lnTo>
                    <a:pt x="475689" y="393052"/>
                  </a:lnTo>
                  <a:lnTo>
                    <a:pt x="497998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49" y="150977"/>
                  </a:lnTo>
                  <a:lnTo>
                    <a:pt x="466328" y="107289"/>
                  </a:lnTo>
                  <a:lnTo>
                    <a:pt x="433070" y="69367"/>
                  </a:lnTo>
                  <a:lnTo>
                    <a:pt x="393049" y="38658"/>
                  </a:lnTo>
                  <a:lnTo>
                    <a:pt x="347811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8" y="0"/>
                  </a:lnTo>
                  <a:close/>
                </a:path>
              </a:pathLst>
            </a:custGeom>
            <a:solidFill>
              <a:srgbClr val="F5F5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5006" y="3957274"/>
              <a:ext cx="130101" cy="236557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758824" y="4448471"/>
            <a:ext cx="1708785" cy="675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495">
                <a:solidFill>
                  <a:srgbClr val="BEBEBE"/>
                </a:solidFill>
                <a:latin typeface="SimSun"/>
                <a:cs typeface="SimSun"/>
              </a:rPr>
              <a:t>Зв574ы</a:t>
            </a:r>
            <a:r>
              <a:rPr dirty="0" sz="2000" spc="-670">
                <a:solidFill>
                  <a:srgbClr val="BEBEBE"/>
                </a:solidFill>
                <a:latin typeface="SimSun"/>
                <a:cs typeface="SimSun"/>
              </a:rPr>
              <a:t> </a:t>
            </a:r>
            <a:r>
              <a:rPr dirty="0" sz="2000" spc="60">
                <a:solidFill>
                  <a:srgbClr val="BEBEBE"/>
                </a:solidFill>
                <a:latin typeface="SimSun"/>
                <a:cs typeface="SimSun"/>
              </a:rPr>
              <a:t>8</a:t>
            </a:r>
            <a:r>
              <a:rPr dirty="0" sz="2000" spc="-670">
                <a:solidFill>
                  <a:srgbClr val="BEBEBE"/>
                </a:solidFill>
                <a:latin typeface="SimSun"/>
                <a:cs typeface="SimSun"/>
              </a:rPr>
              <a:t> </a:t>
            </a:r>
            <a:r>
              <a:rPr dirty="0" sz="2000" spc="-95">
                <a:solidFill>
                  <a:srgbClr val="BEBEBE"/>
                </a:solidFill>
                <a:latin typeface="SimSun"/>
                <a:cs typeface="SimSun"/>
              </a:rPr>
              <a:t>Ф&gt;@:8</a:t>
            </a:r>
            <a:endParaRPr sz="20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350" spc="-85">
                <a:solidFill>
                  <a:srgbClr val="BEBEBE"/>
                </a:solidFill>
                <a:latin typeface="Lucida Sans Unicode"/>
                <a:cs typeface="Lucida Sans Unicode"/>
              </a:rPr>
              <a:t>0</a:t>
            </a:r>
            <a:r>
              <a:rPr dirty="0" sz="1350" spc="-8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0">
                <a:solidFill>
                  <a:srgbClr val="BEBEBE"/>
                </a:solidFill>
                <a:latin typeface="Lucida Sans Unicode"/>
                <a:cs typeface="Lucida Sans Unicode"/>
              </a:rPr>
              <a:t>7в574,</a:t>
            </a:r>
            <a:r>
              <a:rPr dirty="0" sz="1350" spc="-7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BEBEBE"/>
                </a:solidFill>
                <a:latin typeface="Lucida Sans Unicode"/>
                <a:cs typeface="Lucida Sans Unicode"/>
              </a:rPr>
              <a:t>0</a:t>
            </a:r>
            <a:r>
              <a:rPr dirty="0" sz="1350" spc="-7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форков</a:t>
            </a:r>
            <a:endParaRPr sz="13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159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-215">
                <a:latin typeface="SimSun"/>
                <a:cs typeface="SimSun"/>
              </a:rPr>
              <a:t>СFрG&gt;FGра</a:t>
            </a:r>
            <a:r>
              <a:rPr dirty="0" sz="2350" spc="-580">
                <a:latin typeface="SimSun"/>
                <a:cs typeface="SimSun"/>
              </a:rPr>
              <a:t> </a:t>
            </a:r>
            <a:r>
              <a:rPr dirty="0" sz="2350" spc="-285">
                <a:latin typeface="SimSun"/>
                <a:cs typeface="SimSun"/>
              </a:rPr>
              <a:t>Фа=?ов</a:t>
            </a:r>
            <a:endParaRPr sz="2350">
              <a:latin typeface="SimSun"/>
              <a:cs typeface="SimSu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28650" y="27050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28650" y="30384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628650" y="33718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pc="-130"/>
              <a:t>ПDB9&gt;F</a:t>
            </a:r>
            <a:r>
              <a:rPr dirty="0" spc="-55"/>
              <a:t> </a:t>
            </a:r>
            <a:r>
              <a:rPr dirty="0" spc="-65"/>
              <a:t>BD7аA&lt;;B6аA</a:t>
            </a:r>
            <a:r>
              <a:rPr dirty="0" spc="-55"/>
              <a:t> </a:t>
            </a:r>
            <a:r>
              <a:rPr dirty="0" spc="-85"/>
              <a:t>6</a:t>
            </a:r>
            <a:r>
              <a:rPr dirty="0" spc="-50"/>
              <a:t> </a:t>
            </a:r>
            <a:r>
              <a:rPr dirty="0" spc="-170"/>
              <a:t>FD&lt;</a:t>
            </a:r>
            <a:r>
              <a:rPr dirty="0" spc="-55"/>
              <a:t> </a:t>
            </a:r>
            <a:r>
              <a:rPr dirty="0" spc="-10"/>
              <a:t>BEAB6AOI</a:t>
            </a:r>
            <a:r>
              <a:rPr dirty="0" spc="-55"/>
              <a:t> </a:t>
            </a:r>
            <a:r>
              <a:rPr dirty="0" spc="-60"/>
              <a:t>Hа=ла,</a:t>
            </a:r>
            <a:r>
              <a:rPr dirty="0" spc="-50"/>
              <a:t> </a:t>
            </a:r>
            <a:r>
              <a:rPr dirty="0" spc="-140"/>
              <a:t>&gt;аш8O=</a:t>
            </a:r>
            <a:r>
              <a:rPr dirty="0" spc="-55"/>
              <a:t> </a:t>
            </a:r>
            <a:r>
              <a:rPr dirty="0" spc="-25"/>
              <a:t>&lt;;</a:t>
            </a: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pc="-50"/>
              <a:t>&gt;BFBDOI</a:t>
            </a:r>
            <a:r>
              <a:rPr dirty="0" spc="-55"/>
              <a:t> </a:t>
            </a:r>
            <a:r>
              <a:rPr dirty="0" spc="-45"/>
              <a:t>BF69ча9F</a:t>
            </a:r>
            <a:r>
              <a:rPr dirty="0" spc="-50"/>
              <a:t> </a:t>
            </a:r>
            <a:r>
              <a:rPr dirty="0" spc="110"/>
              <a:t>;а</a:t>
            </a:r>
            <a:r>
              <a:rPr dirty="0" spc="-50"/>
              <a:t> </a:t>
            </a:r>
            <a:r>
              <a:rPr dirty="0" spc="-95"/>
              <a:t>BCD989л9AAO=</a:t>
            </a:r>
            <a:r>
              <a:rPr dirty="0" spc="-50"/>
              <a:t> </a:t>
            </a:r>
            <a:r>
              <a:rPr dirty="0" spc="-130"/>
              <a:t>аEC9&gt;F</a:t>
            </a:r>
            <a:r>
              <a:rPr dirty="0" spc="-50"/>
              <a:t> </a:t>
            </a:r>
            <a:r>
              <a:rPr dirty="0" spc="-80"/>
              <a:t>CD&lt;лBш9A&lt;я.</a:t>
            </a:r>
          </a:p>
          <a:p>
            <a:pPr marL="286385" marR="1558290">
              <a:lnSpc>
                <a:spcPct val="162000"/>
              </a:lnSpc>
              <a:spcBef>
                <a:spcPts val="750"/>
              </a:spcBef>
            </a:pPr>
            <a:r>
              <a:rPr dirty="0" spc="-45"/>
              <a:t>index.html:</a:t>
            </a:r>
            <a:r>
              <a:rPr dirty="0" spc="-55"/>
              <a:t> </a:t>
            </a:r>
            <a:r>
              <a:rPr dirty="0" spc="-185"/>
              <a:t>СFDG&gt;FGDа</a:t>
            </a:r>
            <a:r>
              <a:rPr dirty="0" spc="-50"/>
              <a:t> </a:t>
            </a:r>
            <a:r>
              <a:rPr dirty="0" spc="-235"/>
              <a:t>&lt;</a:t>
            </a:r>
            <a:r>
              <a:rPr dirty="0" spc="-55"/>
              <a:t> </a:t>
            </a:r>
            <a:r>
              <a:rPr dirty="0" spc="-10"/>
              <a:t>&gt;BAF9AF </a:t>
            </a:r>
            <a:r>
              <a:rPr dirty="0" spc="-50"/>
              <a:t>script.js:</a:t>
            </a:r>
            <a:r>
              <a:rPr dirty="0" spc="-55"/>
              <a:t> </a:t>
            </a:r>
            <a:r>
              <a:rPr dirty="0" spc="-150"/>
              <a:t>ЛB7&lt;&gt;а</a:t>
            </a:r>
            <a:r>
              <a:rPr dirty="0" spc="-50"/>
              <a:t> </a:t>
            </a:r>
            <a:r>
              <a:rPr dirty="0" spc="-235"/>
              <a:t>&lt;</a:t>
            </a:r>
            <a:r>
              <a:rPr dirty="0" spc="-55"/>
              <a:t> </a:t>
            </a:r>
            <a:r>
              <a:rPr dirty="0" spc="-110"/>
              <a:t>&lt;AF9Dа&gt;F&lt;6ABEFP </a:t>
            </a:r>
            <a:r>
              <a:rPr dirty="0" spc="-45"/>
              <a:t>styles.css:</a:t>
            </a:r>
            <a:r>
              <a:rPr dirty="0" spc="-55"/>
              <a:t> </a:t>
            </a:r>
            <a:r>
              <a:rPr dirty="0" spc="-35"/>
              <a:t>В&lt;;GалPAB9</a:t>
            </a:r>
            <a:r>
              <a:rPr dirty="0" spc="-50"/>
              <a:t> </a:t>
            </a:r>
            <a:r>
              <a:rPr dirty="0" spc="-80"/>
              <a:t>BHBD@л9A&lt;9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4075" y="1924050"/>
            <a:ext cx="4905374" cy="3276600"/>
          </a:xfrm>
          <a:prstGeom prst="rect">
            <a:avLst/>
          </a:prstGeom>
        </p:spPr>
      </p:pic>
      <p:pic>
        <p:nvPicPr>
          <p:cNvPr id="8" name="object 8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50" spc="-300">
                <a:latin typeface="Lucida Sans Unicode"/>
                <a:cs typeface="Lucida Sans Unicode"/>
              </a:rPr>
              <a:t>Технологии</a:t>
            </a:r>
            <a:endParaRPr sz="3050">
              <a:latin typeface="Lucida Sans Unicode"/>
              <a:cs typeface="Lucida Sans Unicode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932129" y="1823529"/>
            <a:ext cx="3570604" cy="3567429"/>
            <a:chOff x="3932129" y="1823529"/>
            <a:chExt cx="3570604" cy="3567429"/>
          </a:xfrm>
        </p:grpSpPr>
        <p:sp>
          <p:nvSpPr>
            <p:cNvPr id="5" name="object 5" descr=""/>
            <p:cNvSpPr/>
            <p:nvPr/>
          </p:nvSpPr>
          <p:spPr>
            <a:xfrm>
              <a:off x="3932129" y="2099143"/>
              <a:ext cx="1370330" cy="3017520"/>
            </a:xfrm>
            <a:custGeom>
              <a:avLst/>
              <a:gdLst/>
              <a:ahLst/>
              <a:cxnLst/>
              <a:rect l="l" t="t" r="r" b="b"/>
              <a:pathLst>
                <a:path w="1370329" h="3017520">
                  <a:moveTo>
                    <a:pt x="816220" y="3017413"/>
                  </a:moveTo>
                  <a:lnTo>
                    <a:pt x="509293" y="2768909"/>
                  </a:lnTo>
                  <a:lnTo>
                    <a:pt x="266920" y="2463314"/>
                  </a:lnTo>
                  <a:lnTo>
                    <a:pt x="96485" y="2112478"/>
                  </a:lnTo>
                  <a:lnTo>
                    <a:pt x="6082" y="1733057"/>
                  </a:lnTo>
                  <a:lnTo>
                    <a:pt x="0" y="1343061"/>
                  </a:lnTo>
                  <a:lnTo>
                    <a:pt x="78528" y="961005"/>
                  </a:lnTo>
                  <a:lnTo>
                    <a:pt x="237940" y="605025"/>
                  </a:lnTo>
                  <a:lnTo>
                    <a:pt x="470666" y="292020"/>
                  </a:lnTo>
                  <a:lnTo>
                    <a:pt x="765661" y="36849"/>
                  </a:lnTo>
                  <a:lnTo>
                    <a:pt x="835156" y="0"/>
                  </a:lnTo>
                  <a:lnTo>
                    <a:pt x="862513" y="18050"/>
                  </a:lnTo>
                  <a:lnTo>
                    <a:pt x="1368346" y="918170"/>
                  </a:lnTo>
                  <a:lnTo>
                    <a:pt x="1106085" y="1274883"/>
                  </a:lnTo>
                  <a:lnTo>
                    <a:pt x="1090747" y="1695907"/>
                  </a:lnTo>
                  <a:lnTo>
                    <a:pt x="1314814" y="2052685"/>
                  </a:lnTo>
                  <a:lnTo>
                    <a:pt x="1370225" y="2115370"/>
                  </a:lnTo>
                  <a:lnTo>
                    <a:pt x="1365185" y="2131917"/>
                  </a:lnTo>
                  <a:lnTo>
                    <a:pt x="862513" y="3002570"/>
                  </a:lnTo>
                  <a:lnTo>
                    <a:pt x="816220" y="3017413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329112" y="3496908"/>
              <a:ext cx="256540" cy="225425"/>
            </a:xfrm>
            <a:custGeom>
              <a:avLst/>
              <a:gdLst/>
              <a:ahLst/>
              <a:cxnLst/>
              <a:rect l="l" t="t" r="r" b="b"/>
              <a:pathLst>
                <a:path w="256539" h="225425">
                  <a:moveTo>
                    <a:pt x="4" y="203983"/>
                  </a:moveTo>
                  <a:lnTo>
                    <a:pt x="22243" y="225356"/>
                  </a:lnTo>
                  <a:lnTo>
                    <a:pt x="27616" y="225389"/>
                  </a:lnTo>
                </a:path>
                <a:path w="256539" h="225425">
                  <a:moveTo>
                    <a:pt x="233861" y="225389"/>
                  </a:moveTo>
                  <a:lnTo>
                    <a:pt x="256395" y="203978"/>
                  </a:lnTo>
                  <a:lnTo>
                    <a:pt x="256414" y="194766"/>
                  </a:lnTo>
                </a:path>
                <a:path w="256539" h="225425">
                  <a:moveTo>
                    <a:pt x="256415" y="23167"/>
                  </a:moveTo>
                  <a:lnTo>
                    <a:pt x="236857" y="35"/>
                  </a:lnTo>
                  <a:lnTo>
                    <a:pt x="229331" y="0"/>
                  </a:lnTo>
                </a:path>
                <a:path w="256539" h="225425">
                  <a:moveTo>
                    <a:pt x="21392" y="0"/>
                  </a:moveTo>
                  <a:lnTo>
                    <a:pt x="19" y="22218"/>
                  </a:lnTo>
                  <a:lnTo>
                    <a:pt x="0" y="27233"/>
                  </a:lnTo>
                </a:path>
                <a:path w="256539" h="225425">
                  <a:moveTo>
                    <a:pt x="7" y="63103"/>
                  </a:moveTo>
                  <a:lnTo>
                    <a:pt x="4" y="203983"/>
                  </a:lnTo>
                </a:path>
                <a:path w="256539" h="225425">
                  <a:moveTo>
                    <a:pt x="256430" y="60452"/>
                  </a:moveTo>
                  <a:lnTo>
                    <a:pt x="1" y="60409"/>
                  </a:lnTo>
                </a:path>
                <a:path w="256539" h="225425">
                  <a:moveTo>
                    <a:pt x="27616" y="225389"/>
                  </a:moveTo>
                  <a:lnTo>
                    <a:pt x="233861" y="225389"/>
                  </a:lnTo>
                </a:path>
                <a:path w="256539" h="225425">
                  <a:moveTo>
                    <a:pt x="256414" y="194766"/>
                  </a:moveTo>
                  <a:lnTo>
                    <a:pt x="256415" y="23167"/>
                  </a:lnTo>
                </a:path>
                <a:path w="256539" h="225425">
                  <a:moveTo>
                    <a:pt x="229331" y="0"/>
                  </a:moveTo>
                  <a:lnTo>
                    <a:pt x="21392" y="0"/>
                  </a:lnTo>
                </a:path>
                <a:path w="256539" h="225425">
                  <a:moveTo>
                    <a:pt x="0" y="27233"/>
                  </a:moveTo>
                  <a:lnTo>
                    <a:pt x="7" y="63103"/>
                  </a:lnTo>
                </a:path>
              </a:pathLst>
            </a:custGeom>
            <a:ln w="11358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882061" y="1823529"/>
              <a:ext cx="2616835" cy="1735455"/>
            </a:xfrm>
            <a:custGeom>
              <a:avLst/>
              <a:gdLst/>
              <a:ahLst/>
              <a:cxnLst/>
              <a:rect l="l" t="t" r="r" b="b"/>
              <a:pathLst>
                <a:path w="2616834" h="1735454">
                  <a:moveTo>
                    <a:pt x="2584669" y="1735452"/>
                  </a:moveTo>
                  <a:lnTo>
                    <a:pt x="1558784" y="1729301"/>
                  </a:lnTo>
                  <a:lnTo>
                    <a:pt x="1543758" y="1703757"/>
                  </a:lnTo>
                  <a:lnTo>
                    <a:pt x="1413211" y="1367072"/>
                  </a:lnTo>
                  <a:lnTo>
                    <a:pt x="1134959" y="1136904"/>
                  </a:lnTo>
                  <a:lnTo>
                    <a:pt x="779767" y="1071790"/>
                  </a:lnTo>
                  <a:lnTo>
                    <a:pt x="518269" y="1128559"/>
                  </a:lnTo>
                  <a:lnTo>
                    <a:pt x="502672" y="1113846"/>
                  </a:lnTo>
                  <a:lnTo>
                    <a:pt x="0" y="243192"/>
                  </a:lnTo>
                  <a:lnTo>
                    <a:pt x="300" y="206237"/>
                  </a:lnTo>
                  <a:lnTo>
                    <a:pt x="14651" y="193441"/>
                  </a:lnTo>
                  <a:lnTo>
                    <a:pt x="352020" y="61406"/>
                  </a:lnTo>
                  <a:lnTo>
                    <a:pt x="709056" y="0"/>
                  </a:lnTo>
                  <a:lnTo>
                    <a:pt x="1071145" y="11733"/>
                  </a:lnTo>
                  <a:lnTo>
                    <a:pt x="1423463" y="96129"/>
                  </a:lnTo>
                  <a:lnTo>
                    <a:pt x="1751575" y="249730"/>
                  </a:lnTo>
                  <a:lnTo>
                    <a:pt x="2042038" y="466242"/>
                  </a:lnTo>
                  <a:lnTo>
                    <a:pt x="2282962" y="736800"/>
                  </a:lnTo>
                  <a:lnTo>
                    <a:pt x="2464483" y="1050329"/>
                  </a:lnTo>
                  <a:lnTo>
                    <a:pt x="2579164" y="1393985"/>
                  </a:lnTo>
                  <a:lnTo>
                    <a:pt x="2616524" y="1716714"/>
                  </a:lnTo>
                  <a:lnTo>
                    <a:pt x="2584669" y="1735452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215061" y="2403315"/>
              <a:ext cx="256540" cy="241300"/>
            </a:xfrm>
            <a:custGeom>
              <a:avLst/>
              <a:gdLst/>
              <a:ahLst/>
              <a:cxnLst/>
              <a:rect l="l" t="t" r="r" b="b"/>
              <a:pathLst>
                <a:path w="256539" h="241300">
                  <a:moveTo>
                    <a:pt x="0" y="212412"/>
                  </a:moveTo>
                  <a:lnTo>
                    <a:pt x="25007" y="240854"/>
                  </a:lnTo>
                  <a:lnTo>
                    <a:pt x="36871" y="240874"/>
                  </a:lnTo>
                </a:path>
                <a:path w="256539" h="241300">
                  <a:moveTo>
                    <a:pt x="229067" y="240854"/>
                  </a:moveTo>
                  <a:lnTo>
                    <a:pt x="256419" y="211627"/>
                  </a:lnTo>
                  <a:lnTo>
                    <a:pt x="256430" y="204503"/>
                  </a:lnTo>
                </a:path>
                <a:path w="256539" h="241300">
                  <a:moveTo>
                    <a:pt x="256387" y="28916"/>
                  </a:moveTo>
                  <a:lnTo>
                    <a:pt x="227478" y="31"/>
                  </a:lnTo>
                  <a:lnTo>
                    <a:pt x="220367" y="2"/>
                  </a:lnTo>
                </a:path>
                <a:path w="256539" h="241300">
                  <a:moveTo>
                    <a:pt x="29357" y="0"/>
                  </a:moveTo>
                  <a:lnTo>
                    <a:pt x="118" y="29312"/>
                  </a:lnTo>
                  <a:lnTo>
                    <a:pt x="88" y="38012"/>
                  </a:lnTo>
                </a:path>
                <a:path w="256539" h="241300">
                  <a:moveTo>
                    <a:pt x="256398" y="68789"/>
                  </a:moveTo>
                  <a:lnTo>
                    <a:pt x="73" y="68769"/>
                  </a:lnTo>
                </a:path>
                <a:path w="256539" h="241300">
                  <a:moveTo>
                    <a:pt x="71" y="72069"/>
                  </a:moveTo>
                  <a:lnTo>
                    <a:pt x="0" y="212412"/>
                  </a:lnTo>
                </a:path>
                <a:path w="256539" h="241300">
                  <a:moveTo>
                    <a:pt x="36871" y="240874"/>
                  </a:moveTo>
                  <a:lnTo>
                    <a:pt x="229067" y="240854"/>
                  </a:lnTo>
                </a:path>
                <a:path w="256539" h="241300">
                  <a:moveTo>
                    <a:pt x="256430" y="204503"/>
                  </a:moveTo>
                  <a:lnTo>
                    <a:pt x="256387" y="28916"/>
                  </a:lnTo>
                </a:path>
                <a:path w="256539" h="241300">
                  <a:moveTo>
                    <a:pt x="220367" y="2"/>
                  </a:moveTo>
                  <a:lnTo>
                    <a:pt x="29357" y="0"/>
                  </a:lnTo>
                </a:path>
                <a:path w="256539" h="241300">
                  <a:moveTo>
                    <a:pt x="88" y="38012"/>
                  </a:moveTo>
                  <a:lnTo>
                    <a:pt x="71" y="72069"/>
                  </a:lnTo>
                </a:path>
              </a:pathLst>
            </a:custGeom>
            <a:ln w="11357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882061" y="3659925"/>
              <a:ext cx="2620645" cy="1731010"/>
            </a:xfrm>
            <a:custGeom>
              <a:avLst/>
              <a:gdLst/>
              <a:ahLst/>
              <a:cxnLst/>
              <a:rect l="l" t="t" r="r" b="b"/>
              <a:pathLst>
                <a:path w="2620645" h="1731010">
                  <a:moveTo>
                    <a:pt x="1015712" y="1730299"/>
                  </a:moveTo>
                  <a:lnTo>
                    <a:pt x="653427" y="1730737"/>
                  </a:lnTo>
                  <a:lnTo>
                    <a:pt x="298472" y="1658225"/>
                  </a:lnTo>
                  <a:lnTo>
                    <a:pt x="300" y="1529215"/>
                  </a:lnTo>
                  <a:lnTo>
                    <a:pt x="0" y="1492259"/>
                  </a:lnTo>
                  <a:lnTo>
                    <a:pt x="518269" y="606892"/>
                  </a:lnTo>
                  <a:lnTo>
                    <a:pt x="547904" y="606652"/>
                  </a:lnTo>
                  <a:lnTo>
                    <a:pt x="904756" y="661937"/>
                  </a:lnTo>
                  <a:lnTo>
                    <a:pt x="1243213" y="536048"/>
                  </a:lnTo>
                  <a:lnTo>
                    <a:pt x="1477199" y="260999"/>
                  </a:lnTo>
                  <a:lnTo>
                    <a:pt x="1558784" y="6151"/>
                  </a:lnTo>
                  <a:lnTo>
                    <a:pt x="1579325" y="0"/>
                  </a:lnTo>
                  <a:lnTo>
                    <a:pt x="2584669" y="0"/>
                  </a:lnTo>
                  <a:lnTo>
                    <a:pt x="2616524" y="18738"/>
                  </a:lnTo>
                  <a:lnTo>
                    <a:pt x="2620430" y="37564"/>
                  </a:lnTo>
                  <a:lnTo>
                    <a:pt x="2566091" y="395751"/>
                  </a:lnTo>
                  <a:lnTo>
                    <a:pt x="2440752" y="735657"/>
                  </a:lnTo>
                  <a:lnTo>
                    <a:pt x="2249546" y="1043368"/>
                  </a:lnTo>
                  <a:lnTo>
                    <a:pt x="2000298" y="1306287"/>
                  </a:lnTo>
                  <a:lnTo>
                    <a:pt x="1703220" y="1513639"/>
                  </a:lnTo>
                  <a:lnTo>
                    <a:pt x="1370484" y="1656932"/>
                  </a:lnTo>
                  <a:lnTo>
                    <a:pt x="1015712" y="173029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31089" y="4573739"/>
              <a:ext cx="224377" cy="224377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2658169" y="3268662"/>
            <a:ext cx="936625" cy="636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06705">
              <a:lnSpc>
                <a:spcPct val="100000"/>
              </a:lnSpc>
              <a:spcBef>
                <a:spcPts val="135"/>
              </a:spcBef>
            </a:pPr>
            <a:r>
              <a:rPr dirty="0" sz="1650" spc="145">
                <a:solidFill>
                  <a:srgbClr val="BEBEBE"/>
                </a:solidFill>
                <a:latin typeface="Tahoma"/>
                <a:cs typeface="Tahoma"/>
              </a:rPr>
              <a:t>HTMḺ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50" spc="-25">
                <a:solidFill>
                  <a:srgbClr val="BEBEBE"/>
                </a:solidFill>
                <a:latin typeface="Lucida Sans Unicode"/>
                <a:cs typeface="Lucida Sans Unicode"/>
              </a:rPr>
              <a:t>10.7%</a:t>
            </a:r>
            <a:r>
              <a:rPr dirty="0" sz="1350" spc="-7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BEBEBE"/>
                </a:solidFill>
                <a:latin typeface="Lucida Sans Unicode"/>
                <a:cs typeface="Lucida Sans Unicode"/>
              </a:rPr>
              <a:t>кода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749579" y="2306637"/>
            <a:ext cx="936625" cy="636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40">
                <a:solidFill>
                  <a:srgbClr val="BEBEBE"/>
                </a:solidFill>
                <a:latin typeface="Tahoma"/>
                <a:cs typeface="Tahoma"/>
              </a:rPr>
              <a:t>CSS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50" spc="-25">
                <a:solidFill>
                  <a:srgbClr val="BEBEBE"/>
                </a:solidFill>
                <a:latin typeface="Lucida Sans Unicode"/>
                <a:cs typeface="Lucida Sans Unicode"/>
              </a:rPr>
              <a:t>56.0%</a:t>
            </a:r>
            <a:r>
              <a:rPr dirty="0" sz="1350" spc="-7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BEBEBE"/>
                </a:solidFill>
                <a:latin typeface="Lucida Sans Unicode"/>
                <a:cs typeface="Lucida Sans Unicode"/>
              </a:rPr>
              <a:t>кода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749579" y="4221162"/>
            <a:ext cx="1049020" cy="636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5">
                <a:solidFill>
                  <a:srgbClr val="BEBEBE"/>
                </a:solidFill>
                <a:latin typeface="Tahoma"/>
                <a:cs typeface="Tahoma"/>
              </a:rPr>
              <a:t>J3v3Scíipt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50" spc="-25">
                <a:solidFill>
                  <a:srgbClr val="BEBEBE"/>
                </a:solidFill>
                <a:latin typeface="Lucida Sans Unicode"/>
                <a:cs typeface="Lucida Sans Unicode"/>
              </a:rPr>
              <a:t>33.3%</a:t>
            </a:r>
            <a:r>
              <a:rPr dirty="0" sz="1350" spc="-7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BEBEBE"/>
                </a:solidFill>
                <a:latin typeface="Lucida Sans Unicode"/>
                <a:cs typeface="Lucida Sans Unicode"/>
              </a:rPr>
              <a:t>кода</a:t>
            </a:r>
            <a:endParaRPr sz="1350">
              <a:latin typeface="Lucida Sans Unicode"/>
              <a:cs typeface="Lucida Sans Unicode"/>
            </a:endParaRPr>
          </a:p>
        </p:txBody>
      </p:sp>
      <p:pic>
        <p:nvPicPr>
          <p:cNvPr id="14" name="object 14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868551"/>
            <a:ext cx="2326005" cy="38544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225"/>
              <a:t>Це?ь</a:t>
            </a:r>
            <a:r>
              <a:rPr dirty="0" sz="2350" spc="-85"/>
              <a:t> </a:t>
            </a:r>
            <a:r>
              <a:rPr dirty="0" sz="2350" spc="225"/>
              <a:t>Прое&gt;та</a:t>
            </a:r>
            <a:endParaRPr sz="2350"/>
          </a:p>
        </p:txBody>
      </p:sp>
      <p:sp>
        <p:nvSpPr>
          <p:cNvPr id="4" name="object 4" descr=""/>
          <p:cNvSpPr txBox="1"/>
          <p:nvPr/>
        </p:nvSpPr>
        <p:spPr>
          <a:xfrm>
            <a:off x="4873625" y="1478914"/>
            <a:ext cx="5187315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90">
                <a:solidFill>
                  <a:srgbClr val="BEBEBE"/>
                </a:solidFill>
                <a:latin typeface="Lucida Sans Unicode"/>
                <a:cs typeface="Lucida Sans Unicode"/>
              </a:rPr>
              <a:t>Со&gt;дание</a:t>
            </a:r>
            <a:r>
              <a:rPr dirty="0" sz="1350" spc="-5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5">
                <a:solidFill>
                  <a:srgbClr val="BEBEBE"/>
                </a:solidFill>
                <a:latin typeface="Lucida Sans Unicode"/>
                <a:cs typeface="Lucida Sans Unicode"/>
              </a:rPr>
              <a:t>простого</a:t>
            </a:r>
            <a:r>
              <a:rPr dirty="0" sz="1350" spc="-6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BEBEBE"/>
                </a:solidFill>
                <a:latin typeface="Lucida Sans Unicode"/>
                <a:cs typeface="Lucida Sans Unicode"/>
              </a:rPr>
              <a:t>и</a:t>
            </a:r>
            <a:r>
              <a:rPr dirty="0" sz="1350" spc="-5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интуитивно</a:t>
            </a:r>
            <a:r>
              <a:rPr dirty="0" sz="1350" spc="-5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BEBEBE"/>
                </a:solidFill>
                <a:latin typeface="Lucida Sans Unicode"/>
                <a:cs typeface="Lucida Sans Unicode"/>
              </a:rPr>
              <a:t>понятного</a:t>
            </a:r>
            <a:r>
              <a:rPr dirty="0" sz="1350" spc="-5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BEBEBE"/>
                </a:solidFill>
                <a:latin typeface="Lucida Sans Unicode"/>
                <a:cs typeface="Lucida Sans Unicode"/>
              </a:rPr>
              <a:t>прилошения</a:t>
            </a:r>
            <a:r>
              <a:rPr dirty="0" sz="1350" spc="-5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BEBEBE"/>
                </a:solidFill>
                <a:latin typeface="Lucida Sans Unicode"/>
                <a:cs typeface="Lucida Sans Unicode"/>
              </a:rPr>
              <a:t>для </a:t>
            </a:r>
            <a:r>
              <a:rPr dirty="0" sz="1350">
                <a:solidFill>
                  <a:srgbClr val="BEBEBE"/>
                </a:solidFill>
                <a:latin typeface="Lucida Sans Unicode"/>
                <a:cs typeface="Lucida Sans Unicode"/>
              </a:rPr>
              <a:t>управления</a:t>
            </a:r>
            <a:r>
              <a:rPr dirty="0" sz="1350" spc="-8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&gt;адачами.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867275" y="2276474"/>
            <a:ext cx="2905125" cy="1571625"/>
            <a:chOff x="4867275" y="2276474"/>
            <a:chExt cx="2905125" cy="1571625"/>
          </a:xfrm>
        </p:grpSpPr>
        <p:sp>
          <p:nvSpPr>
            <p:cNvPr id="6" name="object 6" descr=""/>
            <p:cNvSpPr/>
            <p:nvPr/>
          </p:nvSpPr>
          <p:spPr>
            <a:xfrm>
              <a:off x="4886325" y="2285999"/>
              <a:ext cx="2876550" cy="1552575"/>
            </a:xfrm>
            <a:custGeom>
              <a:avLst/>
              <a:gdLst/>
              <a:ahLst/>
              <a:cxnLst/>
              <a:rect l="l" t="t" r="r" b="b"/>
              <a:pathLst>
                <a:path w="2876550" h="1552575">
                  <a:moveTo>
                    <a:pt x="2867926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485900"/>
                  </a:lnTo>
                  <a:lnTo>
                    <a:pt x="0" y="1490281"/>
                  </a:lnTo>
                  <a:lnTo>
                    <a:pt x="15621" y="1526578"/>
                  </a:lnTo>
                  <a:lnTo>
                    <a:pt x="51663" y="1549171"/>
                  </a:lnTo>
                  <a:lnTo>
                    <a:pt x="71196" y="1552575"/>
                  </a:lnTo>
                  <a:lnTo>
                    <a:pt x="2867926" y="1552575"/>
                  </a:lnTo>
                  <a:lnTo>
                    <a:pt x="2870733" y="1551406"/>
                  </a:lnTo>
                  <a:lnTo>
                    <a:pt x="2875381" y="1546758"/>
                  </a:lnTo>
                  <a:lnTo>
                    <a:pt x="2876550" y="1543951"/>
                  </a:lnTo>
                  <a:lnTo>
                    <a:pt x="2876550" y="8623"/>
                  </a:lnTo>
                  <a:lnTo>
                    <a:pt x="2875381" y="5803"/>
                  </a:lnTo>
                  <a:lnTo>
                    <a:pt x="2870733" y="1155"/>
                  </a:lnTo>
                  <a:lnTo>
                    <a:pt x="2867926" y="0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887163" y="2276487"/>
              <a:ext cx="2885440" cy="1571625"/>
            </a:xfrm>
            <a:custGeom>
              <a:avLst/>
              <a:gdLst/>
              <a:ahLst/>
              <a:cxnLst/>
              <a:rect l="l" t="t" r="r" b="b"/>
              <a:pathLst>
                <a:path w="2885440" h="1571625">
                  <a:moveTo>
                    <a:pt x="2885224" y="15519"/>
                  </a:moveTo>
                  <a:lnTo>
                    <a:pt x="2883128" y="10464"/>
                  </a:lnTo>
                  <a:lnTo>
                    <a:pt x="2879420" y="6756"/>
                  </a:lnTo>
                  <a:lnTo>
                    <a:pt x="2878950" y="6273"/>
                  </a:lnTo>
                  <a:lnTo>
                    <a:pt x="2874759" y="2095"/>
                  </a:lnTo>
                  <a:lnTo>
                    <a:pt x="2869717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2865386" y="19050"/>
                  </a:lnTo>
                  <a:lnTo>
                    <a:pt x="2866098" y="19786"/>
                  </a:lnTo>
                  <a:lnTo>
                    <a:pt x="2866174" y="1551787"/>
                  </a:lnTo>
                  <a:lnTo>
                    <a:pt x="2865780" y="1552181"/>
                  </a:lnTo>
                  <a:lnTo>
                    <a:pt x="2865386" y="1552575"/>
                  </a:lnTo>
                  <a:lnTo>
                    <a:pt x="75349" y="1552575"/>
                  </a:lnTo>
                  <a:lnTo>
                    <a:pt x="67843" y="1552295"/>
                  </a:lnTo>
                  <a:lnTo>
                    <a:pt x="27038" y="1539621"/>
                  </a:lnTo>
                  <a:lnTo>
                    <a:pt x="1079" y="1510296"/>
                  </a:lnTo>
                  <a:lnTo>
                    <a:pt x="0" y="1506194"/>
                  </a:lnTo>
                  <a:lnTo>
                    <a:pt x="609" y="1510296"/>
                  </a:lnTo>
                  <a:lnTo>
                    <a:pt x="2413" y="1517497"/>
                  </a:lnTo>
                  <a:lnTo>
                    <a:pt x="4851" y="1524292"/>
                  </a:lnTo>
                  <a:lnTo>
                    <a:pt x="4953" y="1524584"/>
                  </a:lnTo>
                  <a:lnTo>
                    <a:pt x="33007" y="1558785"/>
                  </a:lnTo>
                  <a:lnTo>
                    <a:pt x="75349" y="1571625"/>
                  </a:lnTo>
                  <a:lnTo>
                    <a:pt x="2869717" y="1571625"/>
                  </a:lnTo>
                  <a:lnTo>
                    <a:pt x="2874759" y="1569529"/>
                  </a:lnTo>
                  <a:lnTo>
                    <a:pt x="2878950" y="1565338"/>
                  </a:lnTo>
                  <a:lnTo>
                    <a:pt x="2879420" y="1564868"/>
                  </a:lnTo>
                  <a:lnTo>
                    <a:pt x="2883128" y="1561160"/>
                  </a:lnTo>
                  <a:lnTo>
                    <a:pt x="2885224" y="1556118"/>
                  </a:lnTo>
                  <a:lnTo>
                    <a:pt x="2885224" y="15519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867275" y="2276474"/>
              <a:ext cx="76200" cy="1571625"/>
            </a:xfrm>
            <a:custGeom>
              <a:avLst/>
              <a:gdLst/>
              <a:ahLst/>
              <a:cxnLst/>
              <a:rect l="l" t="t" r="r" b="b"/>
              <a:pathLst>
                <a:path w="76200" h="1571625">
                  <a:moveTo>
                    <a:pt x="76200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550200"/>
                  </a:lnTo>
                  <a:lnTo>
                    <a:pt x="0" y="1553032"/>
                  </a:lnTo>
                  <a:lnTo>
                    <a:pt x="18592" y="1571625"/>
                  </a:lnTo>
                  <a:lnTo>
                    <a:pt x="76200" y="15716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5F5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5121275" y="2414065"/>
            <a:ext cx="2308225" cy="12147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950" spc="-275">
                <a:solidFill>
                  <a:srgbClr val="BEBEBE"/>
                </a:solidFill>
                <a:latin typeface="Cambria"/>
                <a:cs typeface="Cambria"/>
              </a:rPr>
              <a:t>П@&gt;AB&gt;Bа</a:t>
            </a:r>
            <a:endParaRPr sz="1950">
              <a:latin typeface="Cambria"/>
              <a:cs typeface="Cambria"/>
            </a:endParaRPr>
          </a:p>
          <a:p>
            <a:pPr marL="12700" marR="5080">
              <a:lnSpc>
                <a:spcPct val="131900"/>
              </a:lnSpc>
              <a:spcBef>
                <a:spcPts val="595"/>
              </a:spcBef>
            </a:pPr>
            <a:r>
              <a:rPr dirty="0" sz="1350">
                <a:solidFill>
                  <a:srgbClr val="BEBEBE"/>
                </a:solidFill>
                <a:latin typeface="Lucida Sans Unicode"/>
                <a:cs typeface="Lucida Sans Unicode"/>
              </a:rPr>
              <a:t>Минималистичный</a:t>
            </a:r>
            <a:r>
              <a:rPr dirty="0" sz="1350" spc="4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90">
                <a:solidFill>
                  <a:srgbClr val="BEBEBE"/>
                </a:solidFill>
                <a:latin typeface="Lucida Sans Unicode"/>
                <a:cs typeface="Lucida Sans Unicode"/>
              </a:rPr>
              <a:t>ди&gt;айн </a:t>
            </a:r>
            <a:r>
              <a:rPr dirty="0" sz="1350" spc="-40">
                <a:solidFill>
                  <a:srgbClr val="BEBEBE"/>
                </a:solidFill>
                <a:latin typeface="Lucida Sans Unicode"/>
                <a:cs typeface="Lucida Sans Unicode"/>
              </a:rPr>
              <a:t>для</a:t>
            </a:r>
            <a:r>
              <a:rPr dirty="0" sz="1350" spc="-6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удо6ства исполь&gt;ования.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924800" y="2276474"/>
            <a:ext cx="2905125" cy="1571625"/>
            <a:chOff x="7924800" y="2276474"/>
            <a:chExt cx="2905125" cy="1571625"/>
          </a:xfrm>
        </p:grpSpPr>
        <p:sp>
          <p:nvSpPr>
            <p:cNvPr id="11" name="object 11" descr=""/>
            <p:cNvSpPr/>
            <p:nvPr/>
          </p:nvSpPr>
          <p:spPr>
            <a:xfrm>
              <a:off x="7943850" y="2285999"/>
              <a:ext cx="2876550" cy="1552575"/>
            </a:xfrm>
            <a:custGeom>
              <a:avLst/>
              <a:gdLst/>
              <a:ahLst/>
              <a:cxnLst/>
              <a:rect l="l" t="t" r="r" b="b"/>
              <a:pathLst>
                <a:path w="2876550" h="1552575">
                  <a:moveTo>
                    <a:pt x="2867926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485900"/>
                  </a:lnTo>
                  <a:lnTo>
                    <a:pt x="0" y="1490281"/>
                  </a:lnTo>
                  <a:lnTo>
                    <a:pt x="15621" y="1526578"/>
                  </a:lnTo>
                  <a:lnTo>
                    <a:pt x="51663" y="1549171"/>
                  </a:lnTo>
                  <a:lnTo>
                    <a:pt x="71196" y="1552575"/>
                  </a:lnTo>
                  <a:lnTo>
                    <a:pt x="2867926" y="1552575"/>
                  </a:lnTo>
                  <a:lnTo>
                    <a:pt x="2870733" y="1551406"/>
                  </a:lnTo>
                  <a:lnTo>
                    <a:pt x="2875381" y="1546758"/>
                  </a:lnTo>
                  <a:lnTo>
                    <a:pt x="2876550" y="1543951"/>
                  </a:lnTo>
                  <a:lnTo>
                    <a:pt x="2876550" y="8623"/>
                  </a:lnTo>
                  <a:lnTo>
                    <a:pt x="2875381" y="5803"/>
                  </a:lnTo>
                  <a:lnTo>
                    <a:pt x="2870733" y="1155"/>
                  </a:lnTo>
                  <a:lnTo>
                    <a:pt x="2867926" y="0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944688" y="2276487"/>
              <a:ext cx="2885440" cy="1571625"/>
            </a:xfrm>
            <a:custGeom>
              <a:avLst/>
              <a:gdLst/>
              <a:ahLst/>
              <a:cxnLst/>
              <a:rect l="l" t="t" r="r" b="b"/>
              <a:pathLst>
                <a:path w="2885440" h="1571625">
                  <a:moveTo>
                    <a:pt x="2885224" y="15519"/>
                  </a:moveTo>
                  <a:lnTo>
                    <a:pt x="2883128" y="10464"/>
                  </a:lnTo>
                  <a:lnTo>
                    <a:pt x="2879420" y="6756"/>
                  </a:lnTo>
                  <a:lnTo>
                    <a:pt x="2878950" y="6273"/>
                  </a:lnTo>
                  <a:lnTo>
                    <a:pt x="2874759" y="2095"/>
                  </a:lnTo>
                  <a:lnTo>
                    <a:pt x="2869717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2865386" y="19050"/>
                  </a:lnTo>
                  <a:lnTo>
                    <a:pt x="2866098" y="19786"/>
                  </a:lnTo>
                  <a:lnTo>
                    <a:pt x="2866174" y="1551787"/>
                  </a:lnTo>
                  <a:lnTo>
                    <a:pt x="2865780" y="1552181"/>
                  </a:lnTo>
                  <a:lnTo>
                    <a:pt x="2865386" y="1552575"/>
                  </a:lnTo>
                  <a:lnTo>
                    <a:pt x="75349" y="1552575"/>
                  </a:lnTo>
                  <a:lnTo>
                    <a:pt x="67843" y="1552295"/>
                  </a:lnTo>
                  <a:lnTo>
                    <a:pt x="27038" y="1539621"/>
                  </a:lnTo>
                  <a:lnTo>
                    <a:pt x="1079" y="1510296"/>
                  </a:lnTo>
                  <a:lnTo>
                    <a:pt x="0" y="1506194"/>
                  </a:lnTo>
                  <a:lnTo>
                    <a:pt x="609" y="1510296"/>
                  </a:lnTo>
                  <a:lnTo>
                    <a:pt x="2413" y="1517497"/>
                  </a:lnTo>
                  <a:lnTo>
                    <a:pt x="4851" y="1524292"/>
                  </a:lnTo>
                  <a:lnTo>
                    <a:pt x="4953" y="1524584"/>
                  </a:lnTo>
                  <a:lnTo>
                    <a:pt x="33007" y="1558785"/>
                  </a:lnTo>
                  <a:lnTo>
                    <a:pt x="75349" y="1571625"/>
                  </a:lnTo>
                  <a:lnTo>
                    <a:pt x="2869717" y="1571625"/>
                  </a:lnTo>
                  <a:lnTo>
                    <a:pt x="2874759" y="1569529"/>
                  </a:lnTo>
                  <a:lnTo>
                    <a:pt x="2878950" y="1565338"/>
                  </a:lnTo>
                  <a:lnTo>
                    <a:pt x="2879420" y="1564868"/>
                  </a:lnTo>
                  <a:lnTo>
                    <a:pt x="2883128" y="1561160"/>
                  </a:lnTo>
                  <a:lnTo>
                    <a:pt x="2885224" y="1556118"/>
                  </a:lnTo>
                  <a:lnTo>
                    <a:pt x="2885224" y="15519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924800" y="2276474"/>
              <a:ext cx="76200" cy="1571625"/>
            </a:xfrm>
            <a:custGeom>
              <a:avLst/>
              <a:gdLst/>
              <a:ahLst/>
              <a:cxnLst/>
              <a:rect l="l" t="t" r="r" b="b"/>
              <a:pathLst>
                <a:path w="76200" h="1571625">
                  <a:moveTo>
                    <a:pt x="76200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550200"/>
                  </a:lnTo>
                  <a:lnTo>
                    <a:pt x="0" y="1553032"/>
                  </a:lnTo>
                  <a:lnTo>
                    <a:pt x="18592" y="1571625"/>
                  </a:lnTo>
                  <a:lnTo>
                    <a:pt x="76200" y="15716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5F5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8178800" y="2414065"/>
            <a:ext cx="1934210" cy="9385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950" spc="-35">
                <a:solidFill>
                  <a:srgbClr val="BEBEBE"/>
                </a:solidFill>
                <a:latin typeface="Cambria"/>
                <a:cs typeface="Cambria"/>
              </a:rPr>
              <a:t>ЭDDекBив=&gt;ABь</a:t>
            </a:r>
            <a:endParaRPr sz="1950">
              <a:latin typeface="Cambria"/>
              <a:cs typeface="Cambria"/>
            </a:endParaRPr>
          </a:p>
          <a:p>
            <a:pPr marL="12700" marR="5080">
              <a:lnSpc>
                <a:spcPct val="129600"/>
              </a:lnSpc>
              <a:spcBef>
                <a:spcPts val="630"/>
              </a:spcBef>
            </a:pPr>
            <a:r>
              <a:rPr dirty="0" sz="1350">
                <a:solidFill>
                  <a:srgbClr val="BEBEBE"/>
                </a:solidFill>
                <a:latin typeface="Lucida Sans Unicode"/>
                <a:cs typeface="Lucida Sans Unicode"/>
              </a:rPr>
              <a:t>Быстрое</a:t>
            </a:r>
            <a:r>
              <a:rPr dirty="0" sz="1350" spc="-6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BEBEBE"/>
                </a:solidFill>
                <a:latin typeface="Lucida Sans Unicode"/>
                <a:cs typeface="Lucida Sans Unicode"/>
              </a:rPr>
              <a:t>до6авление</a:t>
            </a:r>
            <a:r>
              <a:rPr dirty="0" sz="1350" spc="-6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BEBEBE"/>
                </a:solidFill>
                <a:latin typeface="Lucida Sans Unicode"/>
                <a:cs typeface="Lucida Sans Unicode"/>
              </a:rPr>
              <a:t>и </a:t>
            </a:r>
            <a:r>
              <a:rPr dirty="0" sz="1350" spc="-20">
                <a:solidFill>
                  <a:srgbClr val="BEBEBE"/>
                </a:solidFill>
                <a:latin typeface="Lucida Sans Unicode"/>
                <a:cs typeface="Lucida Sans Unicode"/>
              </a:rPr>
              <a:t>отслешивание</a:t>
            </a:r>
            <a:r>
              <a:rPr dirty="0" sz="1350" spc="-3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&gt;адач.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4867275" y="4019550"/>
            <a:ext cx="2905125" cy="1571625"/>
            <a:chOff x="4867275" y="4019550"/>
            <a:chExt cx="2905125" cy="1571625"/>
          </a:xfrm>
        </p:grpSpPr>
        <p:sp>
          <p:nvSpPr>
            <p:cNvPr id="16" name="object 16" descr=""/>
            <p:cNvSpPr/>
            <p:nvPr/>
          </p:nvSpPr>
          <p:spPr>
            <a:xfrm>
              <a:off x="4886325" y="4029075"/>
              <a:ext cx="2876550" cy="1552575"/>
            </a:xfrm>
            <a:custGeom>
              <a:avLst/>
              <a:gdLst/>
              <a:ahLst/>
              <a:cxnLst/>
              <a:rect l="l" t="t" r="r" b="b"/>
              <a:pathLst>
                <a:path w="2876550" h="1552575">
                  <a:moveTo>
                    <a:pt x="2867926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485901"/>
                  </a:lnTo>
                  <a:lnTo>
                    <a:pt x="0" y="1490276"/>
                  </a:lnTo>
                  <a:lnTo>
                    <a:pt x="15621" y="1526580"/>
                  </a:lnTo>
                  <a:lnTo>
                    <a:pt x="51663" y="1549172"/>
                  </a:lnTo>
                  <a:lnTo>
                    <a:pt x="71196" y="1552571"/>
                  </a:lnTo>
                  <a:lnTo>
                    <a:pt x="2867926" y="1552571"/>
                  </a:lnTo>
                  <a:lnTo>
                    <a:pt x="2870733" y="1551410"/>
                  </a:lnTo>
                  <a:lnTo>
                    <a:pt x="2875381" y="1546762"/>
                  </a:lnTo>
                  <a:lnTo>
                    <a:pt x="2876550" y="1543954"/>
                  </a:lnTo>
                  <a:lnTo>
                    <a:pt x="2876550" y="8623"/>
                  </a:lnTo>
                  <a:lnTo>
                    <a:pt x="2875381" y="5803"/>
                  </a:lnTo>
                  <a:lnTo>
                    <a:pt x="2870733" y="1155"/>
                  </a:lnTo>
                  <a:lnTo>
                    <a:pt x="2867926" y="0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887163" y="4019562"/>
              <a:ext cx="2885440" cy="1571625"/>
            </a:xfrm>
            <a:custGeom>
              <a:avLst/>
              <a:gdLst/>
              <a:ahLst/>
              <a:cxnLst/>
              <a:rect l="l" t="t" r="r" b="b"/>
              <a:pathLst>
                <a:path w="2885440" h="1571625">
                  <a:moveTo>
                    <a:pt x="2885224" y="15519"/>
                  </a:moveTo>
                  <a:lnTo>
                    <a:pt x="2883128" y="10464"/>
                  </a:lnTo>
                  <a:lnTo>
                    <a:pt x="2879420" y="6756"/>
                  </a:lnTo>
                  <a:lnTo>
                    <a:pt x="2878950" y="6273"/>
                  </a:lnTo>
                  <a:lnTo>
                    <a:pt x="2874759" y="2095"/>
                  </a:lnTo>
                  <a:lnTo>
                    <a:pt x="2869717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2865386" y="19050"/>
                  </a:lnTo>
                  <a:lnTo>
                    <a:pt x="2866098" y="19786"/>
                  </a:lnTo>
                  <a:lnTo>
                    <a:pt x="2866174" y="1551774"/>
                  </a:lnTo>
                  <a:lnTo>
                    <a:pt x="2865780" y="1552181"/>
                  </a:lnTo>
                  <a:lnTo>
                    <a:pt x="2865386" y="1552575"/>
                  </a:lnTo>
                  <a:lnTo>
                    <a:pt x="75349" y="1552575"/>
                  </a:lnTo>
                  <a:lnTo>
                    <a:pt x="33007" y="1542948"/>
                  </a:lnTo>
                  <a:lnTo>
                    <a:pt x="1079" y="1510284"/>
                  </a:lnTo>
                  <a:lnTo>
                    <a:pt x="0" y="1506181"/>
                  </a:lnTo>
                  <a:lnTo>
                    <a:pt x="609" y="1510284"/>
                  </a:lnTo>
                  <a:lnTo>
                    <a:pt x="2413" y="1517510"/>
                  </a:lnTo>
                  <a:lnTo>
                    <a:pt x="4851" y="1524292"/>
                  </a:lnTo>
                  <a:lnTo>
                    <a:pt x="4953" y="1524584"/>
                  </a:lnTo>
                  <a:lnTo>
                    <a:pt x="33007" y="1558785"/>
                  </a:lnTo>
                  <a:lnTo>
                    <a:pt x="75349" y="1571625"/>
                  </a:lnTo>
                  <a:lnTo>
                    <a:pt x="2869717" y="1571625"/>
                  </a:lnTo>
                  <a:lnTo>
                    <a:pt x="2874759" y="1569529"/>
                  </a:lnTo>
                  <a:lnTo>
                    <a:pt x="2878950" y="1565338"/>
                  </a:lnTo>
                  <a:lnTo>
                    <a:pt x="2879433" y="1564868"/>
                  </a:lnTo>
                  <a:lnTo>
                    <a:pt x="2883128" y="1561160"/>
                  </a:lnTo>
                  <a:lnTo>
                    <a:pt x="2885224" y="1556105"/>
                  </a:lnTo>
                  <a:lnTo>
                    <a:pt x="2885224" y="15519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867275" y="4019550"/>
              <a:ext cx="76200" cy="1571625"/>
            </a:xfrm>
            <a:custGeom>
              <a:avLst/>
              <a:gdLst/>
              <a:ahLst/>
              <a:cxnLst/>
              <a:rect l="l" t="t" r="r" b="b"/>
              <a:pathLst>
                <a:path w="76200" h="1571625">
                  <a:moveTo>
                    <a:pt x="76200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550195"/>
                  </a:lnTo>
                  <a:lnTo>
                    <a:pt x="0" y="1553032"/>
                  </a:lnTo>
                  <a:lnTo>
                    <a:pt x="76200" y="1571626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5F5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5121275" y="4157140"/>
            <a:ext cx="2174875" cy="12147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950" spc="-70">
                <a:solidFill>
                  <a:srgbClr val="BEBEBE"/>
                </a:solidFill>
                <a:latin typeface="Cambria"/>
                <a:cs typeface="Cambria"/>
              </a:rPr>
              <a:t>Д&gt;ABC?=&gt;ABь</a:t>
            </a:r>
            <a:endParaRPr sz="1950">
              <a:latin typeface="Cambria"/>
              <a:cs typeface="Cambria"/>
            </a:endParaRPr>
          </a:p>
          <a:p>
            <a:pPr marL="12700" marR="5080">
              <a:lnSpc>
                <a:spcPct val="131900"/>
              </a:lnSpc>
              <a:spcBef>
                <a:spcPts val="595"/>
              </a:spcBef>
            </a:pPr>
            <a:r>
              <a:rPr dirty="0" sz="1350" spc="-20">
                <a:solidFill>
                  <a:srgbClr val="BEBEBE"/>
                </a:solidFill>
                <a:latin typeface="Lucida Sans Unicode"/>
                <a:cs typeface="Lucida Sans Unicode"/>
              </a:rPr>
              <a:t>Легкий</a:t>
            </a:r>
            <a:r>
              <a:rPr dirty="0" sz="1350" spc="-55">
                <a:solidFill>
                  <a:srgbClr val="BEBEBE"/>
                </a:solidFill>
                <a:latin typeface="Lucida Sans Unicode"/>
                <a:cs typeface="Lucida Sans Unicode"/>
              </a:rPr>
              <a:t> доступ </a:t>
            </a:r>
            <a:r>
              <a:rPr dirty="0" sz="1350" spc="-50">
                <a:solidFill>
                  <a:srgbClr val="BEBEBE"/>
                </a:solidFill>
                <a:latin typeface="Lucida Sans Unicode"/>
                <a:cs typeface="Lucida Sans Unicode"/>
              </a:rPr>
              <a:t>к </a:t>
            </a:r>
            <a:r>
              <a:rPr dirty="0" sz="1350" spc="-40">
                <a:solidFill>
                  <a:srgbClr val="BEBEBE"/>
                </a:solidFill>
                <a:latin typeface="Lucida Sans Unicode"/>
                <a:cs typeface="Lucida Sans Unicode"/>
              </a:rPr>
              <a:t>функционалу </a:t>
            </a:r>
            <a:r>
              <a:rPr dirty="0" sz="1350" spc="-165">
                <a:solidFill>
                  <a:srgbClr val="BEBEBE"/>
                </a:solidFill>
                <a:latin typeface="Lucida Sans Unicode"/>
                <a:cs typeface="Lucida Sans Unicode"/>
              </a:rPr>
              <a:t>6е&gt;</a:t>
            </a:r>
            <a:r>
              <a:rPr dirty="0" sz="1350" spc="-4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лишних слошностей.</a:t>
            </a:r>
            <a:endParaRPr sz="1350">
              <a:latin typeface="Lucida Sans Unicode"/>
              <a:cs typeface="Lucida Sans Unicode"/>
            </a:endParaRPr>
          </a:p>
        </p:txBody>
      </p:sp>
      <p:pic>
        <p:nvPicPr>
          <p:cNvPr id="20" name="object 20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513247"/>
            <a:ext cx="4068445" cy="514984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210">
                <a:latin typeface="Cambria"/>
                <a:cs typeface="Cambria"/>
              </a:rPr>
              <a:t>Ключе6ые</a:t>
            </a:r>
            <a:r>
              <a:rPr dirty="0" sz="3200" spc="-100">
                <a:latin typeface="Cambria"/>
                <a:cs typeface="Cambria"/>
              </a:rPr>
              <a:t> </a:t>
            </a:r>
            <a:r>
              <a:rPr dirty="0" sz="3200" spc="-204">
                <a:latin typeface="Cambria"/>
                <a:cs typeface="Cambria"/>
              </a:rPr>
              <a:t>ОE&gt;5е==&gt;EFи</a:t>
            </a:r>
            <a:endParaRPr sz="3200">
              <a:latin typeface="Cambria"/>
              <a:cs typeface="Cambri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876832" y="1290745"/>
            <a:ext cx="438150" cy="419100"/>
            <a:chOff x="4876832" y="1290745"/>
            <a:chExt cx="438150" cy="419100"/>
          </a:xfrm>
        </p:grpSpPr>
        <p:sp>
          <p:nvSpPr>
            <p:cNvPr id="5" name="object 5" descr=""/>
            <p:cNvSpPr/>
            <p:nvPr/>
          </p:nvSpPr>
          <p:spPr>
            <a:xfrm>
              <a:off x="4886325" y="1672894"/>
              <a:ext cx="314960" cy="27305"/>
            </a:xfrm>
            <a:custGeom>
              <a:avLst/>
              <a:gdLst/>
              <a:ahLst/>
              <a:cxnLst/>
              <a:rect l="l" t="t" r="r" b="b"/>
              <a:pathLst>
                <a:path w="314960" h="27305">
                  <a:moveTo>
                    <a:pt x="190" y="0"/>
                  </a:moveTo>
                  <a:lnTo>
                    <a:pt x="18275" y="26619"/>
                  </a:lnTo>
                  <a:lnTo>
                    <a:pt x="21742" y="27216"/>
                  </a:lnTo>
                </a:path>
                <a:path w="314960" h="27305">
                  <a:moveTo>
                    <a:pt x="292315" y="27254"/>
                  </a:moveTo>
                  <a:lnTo>
                    <a:pt x="314350" y="6388"/>
                  </a:lnTo>
                  <a:lnTo>
                    <a:pt x="314540" y="3060"/>
                  </a:lnTo>
                </a:path>
              </a:pathLst>
            </a:custGeom>
            <a:ln w="18985">
              <a:solidFill>
                <a:srgbClr val="F5F5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7271" y="1290745"/>
              <a:ext cx="213866" cy="21386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886325" y="1512633"/>
              <a:ext cx="428625" cy="187960"/>
            </a:xfrm>
            <a:custGeom>
              <a:avLst/>
              <a:gdLst/>
              <a:ahLst/>
              <a:cxnLst/>
              <a:rect l="l" t="t" r="r" b="b"/>
              <a:pathLst>
                <a:path w="428625" h="187960">
                  <a:moveTo>
                    <a:pt x="362826" y="0"/>
                  </a:moveTo>
                  <a:lnTo>
                    <a:pt x="363232" y="132118"/>
                  </a:lnTo>
                </a:path>
                <a:path w="428625" h="187960">
                  <a:moveTo>
                    <a:pt x="296087" y="66586"/>
                  </a:moveTo>
                  <a:lnTo>
                    <a:pt x="428625" y="66509"/>
                  </a:lnTo>
                </a:path>
                <a:path w="428625" h="187960">
                  <a:moveTo>
                    <a:pt x="254914" y="41630"/>
                  </a:moveTo>
                  <a:lnTo>
                    <a:pt x="217551" y="19786"/>
                  </a:lnTo>
                  <a:lnTo>
                    <a:pt x="175641" y="8928"/>
                  </a:lnTo>
                  <a:lnTo>
                    <a:pt x="153973" y="7910"/>
                  </a:lnTo>
                  <a:lnTo>
                    <a:pt x="143163" y="8526"/>
                  </a:lnTo>
                  <a:lnTo>
                    <a:pt x="101011" y="18340"/>
                  </a:lnTo>
                  <a:lnTo>
                    <a:pt x="63115" y="39252"/>
                  </a:lnTo>
                  <a:lnTo>
                    <a:pt x="32337" y="69689"/>
                  </a:lnTo>
                  <a:lnTo>
                    <a:pt x="11008" y="107353"/>
                  </a:lnTo>
                  <a:lnTo>
                    <a:pt x="731" y="149395"/>
                  </a:lnTo>
                  <a:lnTo>
                    <a:pt x="0" y="160248"/>
                  </a:lnTo>
                </a:path>
                <a:path w="428625" h="187960">
                  <a:moveTo>
                    <a:pt x="314515" y="163322"/>
                  </a:moveTo>
                  <a:lnTo>
                    <a:pt x="313970" y="151527"/>
                  </a:lnTo>
                  <a:lnTo>
                    <a:pt x="312585" y="139861"/>
                  </a:lnTo>
                  <a:lnTo>
                    <a:pt x="310361" y="128324"/>
                  </a:lnTo>
                  <a:lnTo>
                    <a:pt x="307301" y="116916"/>
                  </a:lnTo>
                </a:path>
                <a:path w="428625" h="187960">
                  <a:moveTo>
                    <a:pt x="21742" y="187477"/>
                  </a:moveTo>
                  <a:lnTo>
                    <a:pt x="292315" y="187515"/>
                  </a:lnTo>
                </a:path>
              </a:pathLst>
            </a:custGeom>
            <a:ln w="18985">
              <a:solidFill>
                <a:srgbClr val="F5F5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4873619" y="1875736"/>
            <a:ext cx="2692400" cy="6769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35">
                <a:solidFill>
                  <a:srgbClr val="BEBEBE"/>
                </a:solidFill>
                <a:latin typeface="Cambria"/>
                <a:cs typeface="Cambria"/>
              </a:rPr>
              <a:t>ДB546?5Aи5</a:t>
            </a:r>
            <a:r>
              <a:rPr dirty="0" sz="2000" spc="-30">
                <a:solidFill>
                  <a:srgbClr val="BEBEBE"/>
                </a:solidFill>
                <a:latin typeface="Cambria"/>
                <a:cs typeface="Cambria"/>
              </a:rPr>
              <a:t> </a:t>
            </a:r>
            <a:r>
              <a:rPr dirty="0" sz="2000" spc="-10">
                <a:solidFill>
                  <a:srgbClr val="BEBEBE"/>
                </a:solidFill>
                <a:latin typeface="Cambria"/>
                <a:cs typeface="Cambria"/>
              </a:rPr>
              <a:t>З444ч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350">
                <a:solidFill>
                  <a:srgbClr val="BEBEBE"/>
                </a:solidFill>
                <a:latin typeface="Lucida Sans Unicode"/>
                <a:cs typeface="Lucida Sans Unicode"/>
              </a:rPr>
              <a:t>Быстрое</a:t>
            </a:r>
            <a:r>
              <a:rPr dirty="0" sz="1350" spc="-7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0">
                <a:solidFill>
                  <a:srgbClr val="BEBEBE"/>
                </a:solidFill>
                <a:latin typeface="Lucida Sans Unicode"/>
                <a:cs typeface="Lucida Sans Unicode"/>
              </a:rPr>
              <a:t>со&gt;даhие</a:t>
            </a:r>
            <a:r>
              <a:rPr dirty="0" sz="1350" spc="-7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BEBEBE"/>
                </a:solidFill>
                <a:latin typeface="Lucida Sans Unicode"/>
                <a:cs typeface="Lucida Sans Unicode"/>
              </a:rPr>
              <a:t>hовых</a:t>
            </a:r>
            <a:r>
              <a:rPr dirty="0" sz="1350" spc="-7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0">
                <a:solidFill>
                  <a:srgbClr val="BEBEBE"/>
                </a:solidFill>
                <a:latin typeface="Lucida Sans Unicode"/>
                <a:cs typeface="Lucida Sans Unicode"/>
              </a:rPr>
              <a:t>&gt;адач.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4886325" y="2981007"/>
            <a:ext cx="428625" cy="295910"/>
          </a:xfrm>
          <a:custGeom>
            <a:avLst/>
            <a:gdLst/>
            <a:ahLst/>
            <a:cxnLst/>
            <a:rect l="l" t="t" r="r" b="b"/>
            <a:pathLst>
              <a:path w="428625" h="295910">
                <a:moveTo>
                  <a:pt x="428625" y="0"/>
                </a:moveTo>
                <a:lnTo>
                  <a:pt x="132575" y="295910"/>
                </a:lnTo>
              </a:path>
              <a:path w="428625" h="295910">
                <a:moveTo>
                  <a:pt x="0" y="162763"/>
                </a:moveTo>
                <a:lnTo>
                  <a:pt x="132575" y="295910"/>
                </a:lnTo>
              </a:path>
            </a:pathLst>
          </a:custGeom>
          <a:ln w="18984">
            <a:solidFill>
              <a:srgbClr val="F5F5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4873625" y="3504510"/>
            <a:ext cx="3533775" cy="6769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25">
                <a:solidFill>
                  <a:srgbClr val="BEBEBE"/>
                </a:solidFill>
                <a:latin typeface="Cambria"/>
                <a:cs typeface="Cambria"/>
              </a:rPr>
              <a:t>От@5т&gt;4</a:t>
            </a:r>
            <a:r>
              <a:rPr dirty="0" sz="2000" spc="-80">
                <a:solidFill>
                  <a:srgbClr val="BEBEBE"/>
                </a:solidFill>
                <a:latin typeface="Cambria"/>
                <a:cs typeface="Cambria"/>
              </a:rPr>
              <a:t> </a:t>
            </a:r>
            <a:r>
              <a:rPr dirty="0" sz="2000" spc="-215">
                <a:solidFill>
                  <a:srgbClr val="BEBEBE"/>
                </a:solidFill>
                <a:latin typeface="Cambria"/>
                <a:cs typeface="Cambria"/>
              </a:rPr>
              <a:t>B</a:t>
            </a:r>
            <a:r>
              <a:rPr dirty="0" sz="2000" spc="-80">
                <a:solidFill>
                  <a:srgbClr val="BEBEBE"/>
                </a:solidFill>
                <a:latin typeface="Cambria"/>
                <a:cs typeface="Cambria"/>
              </a:rPr>
              <a:t> </a:t>
            </a:r>
            <a:r>
              <a:rPr dirty="0" sz="2000" spc="-30">
                <a:solidFill>
                  <a:srgbClr val="BEBEBE"/>
                </a:solidFill>
                <a:latin typeface="Cambria"/>
                <a:cs typeface="Cambria"/>
              </a:rPr>
              <a:t>ВыCB?A5Aии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350" spc="-25">
                <a:solidFill>
                  <a:srgbClr val="BEBEBE"/>
                </a:solidFill>
                <a:latin typeface="Lucida Sans Unicode"/>
                <a:cs typeface="Lucida Sans Unicode"/>
              </a:rPr>
              <a:t>Легкое</a:t>
            </a:r>
            <a:r>
              <a:rPr dirty="0" sz="1350" spc="-3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BEBEBE"/>
                </a:solidFill>
                <a:latin typeface="Lucida Sans Unicode"/>
                <a:cs typeface="Lucida Sans Unicode"/>
              </a:rPr>
              <a:t>о6о&gt;hачеhие</a:t>
            </a:r>
            <a:r>
              <a:rPr dirty="0" sz="1350" spc="-3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5">
                <a:solidFill>
                  <a:srgbClr val="BEBEBE"/>
                </a:solidFill>
                <a:latin typeface="Lucida Sans Unicode"/>
                <a:cs typeface="Lucida Sans Unicode"/>
              </a:rPr>
              <a:t>&gt;авершеhhых</a:t>
            </a:r>
            <a:r>
              <a:rPr dirty="0" sz="1350" spc="-3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BEBEBE"/>
                </a:solidFill>
                <a:latin typeface="Lucida Sans Unicode"/>
                <a:cs typeface="Lucida Sans Unicode"/>
              </a:rPr>
              <a:t>&gt;адач.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4876650" y="4561449"/>
            <a:ext cx="448309" cy="412115"/>
            <a:chOff x="4876650" y="4561449"/>
            <a:chExt cx="448309" cy="412115"/>
          </a:xfrm>
        </p:grpSpPr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76650" y="4851822"/>
              <a:ext cx="67887" cy="12124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52634" y="4561449"/>
              <a:ext cx="371811" cy="411575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4905374" y="4811445"/>
              <a:ext cx="328295" cy="152400"/>
            </a:xfrm>
            <a:custGeom>
              <a:avLst/>
              <a:gdLst/>
              <a:ahLst/>
              <a:cxnLst/>
              <a:rect l="l" t="t" r="r" b="b"/>
              <a:pathLst>
                <a:path w="328295" h="152400">
                  <a:moveTo>
                    <a:pt x="29667" y="152120"/>
                  </a:moveTo>
                  <a:lnTo>
                    <a:pt x="328244" y="152082"/>
                  </a:lnTo>
                </a:path>
                <a:path w="328295" h="152400">
                  <a:moveTo>
                    <a:pt x="256616" y="203"/>
                  </a:moveTo>
                  <a:lnTo>
                    <a:pt x="220421" y="139"/>
                  </a:lnTo>
                  <a:lnTo>
                    <a:pt x="75653" y="368"/>
                  </a:lnTo>
                </a:path>
                <a:path w="328295" h="152400">
                  <a:moveTo>
                    <a:pt x="75615" y="0"/>
                  </a:moveTo>
                  <a:lnTo>
                    <a:pt x="38036" y="10998"/>
                  </a:lnTo>
                  <a:lnTo>
                    <a:pt x="8216" y="36576"/>
                  </a:lnTo>
                  <a:lnTo>
                    <a:pt x="3708" y="43002"/>
                  </a:lnTo>
                  <a:lnTo>
                    <a:pt x="0" y="49999"/>
                  </a:lnTo>
                </a:path>
              </a:pathLst>
            </a:custGeom>
            <a:ln w="18992">
              <a:solidFill>
                <a:srgbClr val="F5F5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4873623" y="5133287"/>
            <a:ext cx="3338829" cy="6769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45">
                <a:solidFill>
                  <a:srgbClr val="BEBEBE"/>
                </a:solidFill>
                <a:latin typeface="Cambria"/>
                <a:cs typeface="Cambria"/>
              </a:rPr>
              <a:t>У44?5Aи5</a:t>
            </a:r>
            <a:r>
              <a:rPr dirty="0" sz="2000" spc="-65">
                <a:solidFill>
                  <a:srgbClr val="BEBEBE"/>
                </a:solidFill>
                <a:latin typeface="Cambria"/>
                <a:cs typeface="Cambria"/>
              </a:rPr>
              <a:t> </a:t>
            </a:r>
            <a:r>
              <a:rPr dirty="0" sz="2000" spc="-10">
                <a:solidFill>
                  <a:srgbClr val="BEBEBE"/>
                </a:solidFill>
                <a:latin typeface="Cambria"/>
                <a:cs typeface="Cambria"/>
              </a:rPr>
              <a:t>З444ч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350" spc="-30">
                <a:solidFill>
                  <a:srgbClr val="BEBEBE"/>
                </a:solidFill>
                <a:latin typeface="Lucida Sans Unicode"/>
                <a:cs typeface="Lucida Sans Unicode"/>
              </a:rPr>
              <a:t>Удалеhие</a:t>
            </a:r>
            <a:r>
              <a:rPr dirty="0" sz="1350" spc="-6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5">
                <a:solidFill>
                  <a:srgbClr val="BEBEBE"/>
                </a:solidFill>
                <a:latin typeface="Lucida Sans Unicode"/>
                <a:cs typeface="Lucida Sans Unicode"/>
              </a:rPr>
              <a:t>hеhушhых</a:t>
            </a:r>
            <a:r>
              <a:rPr dirty="0" sz="1350" spc="-6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пуhктов</a:t>
            </a:r>
            <a:r>
              <a:rPr dirty="0" sz="1350" spc="-6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20">
                <a:solidFill>
                  <a:srgbClr val="BEBEBE"/>
                </a:solidFill>
                <a:latin typeface="Lucida Sans Unicode"/>
                <a:cs typeface="Lucida Sans Unicode"/>
              </a:rPr>
              <a:t>и&gt;</a:t>
            </a:r>
            <a:r>
              <a:rPr dirty="0" sz="1350" spc="-6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списка.</a:t>
            </a:r>
            <a:endParaRPr sz="1350">
              <a:latin typeface="Lucida Sans Unicode"/>
              <a:cs typeface="Lucida Sans Unicode"/>
            </a:endParaRPr>
          </a:p>
        </p:txBody>
      </p:sp>
      <p:pic>
        <p:nvPicPr>
          <p:cNvPr id="16" name="object 16" descr="">
            <a:hlinkClick r:id="rId6"/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9372600"/>
          </a:xfrm>
          <a:custGeom>
            <a:avLst/>
            <a:gdLst/>
            <a:ahLst/>
            <a:cxnLst/>
            <a:rect l="l" t="t" r="r" b="b"/>
            <a:pathLst>
              <a:path w="11430000" h="9372600">
                <a:moveTo>
                  <a:pt x="11430000" y="0"/>
                </a:moveTo>
                <a:lnTo>
                  <a:pt x="0" y="0"/>
                </a:lnTo>
                <a:lnTo>
                  <a:pt x="0" y="9372600"/>
                </a:lnTo>
                <a:lnTo>
                  <a:pt x="11430000" y="93726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390999"/>
            <a:ext cx="4148454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80">
                <a:latin typeface="Verdana"/>
                <a:cs typeface="Verdana"/>
              </a:rPr>
              <a:t> </a:t>
            </a:r>
            <a:r>
              <a:rPr dirty="0" sz="3200" spc="-370">
                <a:latin typeface="Verdana"/>
                <a:cs typeface="Verdana"/>
              </a:rPr>
              <a:t>&gt;;P7&gt;ваFе;PE:89</a:t>
            </a:r>
            <a:r>
              <a:rPr dirty="0" sz="3200" spc="509">
                <a:latin typeface="Verdana"/>
                <a:cs typeface="Verdana"/>
              </a:rPr>
              <a:t> </a:t>
            </a:r>
            <a:r>
              <a:rPr dirty="0" sz="3200" spc="-25">
                <a:latin typeface="Verdana"/>
                <a:cs typeface="Verdana"/>
              </a:rPr>
              <a:t>?OF</a:t>
            </a:r>
            <a:endParaRPr sz="320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1352550"/>
            <a:ext cx="4905374" cy="7353299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5962650" y="24002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962650" y="27336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962650" y="30765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920930" y="1259839"/>
            <a:ext cx="4486910" cy="19494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35"/>
              </a:spcBef>
            </a:pPr>
            <a:r>
              <a:rPr dirty="0" sz="1350" spc="-20">
                <a:solidFill>
                  <a:srgbClr val="BEBEBE"/>
                </a:solidFill>
                <a:latin typeface="Lucida Sans Unicode"/>
                <a:cs typeface="Lucida Sans Unicode"/>
              </a:rPr>
              <a:t>Прилошение</a:t>
            </a:r>
            <a:r>
              <a:rPr dirty="0" sz="1350" spc="-5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BEBEBE"/>
                </a:solidFill>
                <a:latin typeface="Lucida Sans Unicode"/>
                <a:cs typeface="Lucida Sans Unicode"/>
              </a:rPr>
              <a:t>ра&gt;ра6отано</a:t>
            </a:r>
            <a:r>
              <a:rPr dirty="0" sz="1350" spc="-50">
                <a:solidFill>
                  <a:srgbClr val="BEBEBE"/>
                </a:solidFill>
                <a:latin typeface="Lucida Sans Unicode"/>
                <a:cs typeface="Lucida Sans Unicode"/>
              </a:rPr>
              <a:t> с </a:t>
            </a:r>
            <a:r>
              <a:rPr dirty="0" sz="1350" spc="-25">
                <a:solidFill>
                  <a:srgbClr val="BEBEBE"/>
                </a:solidFill>
                <a:latin typeface="Lucida Sans Unicode"/>
                <a:cs typeface="Lucida Sans Unicode"/>
              </a:rPr>
              <a:t>акцентом</a:t>
            </a:r>
            <a:r>
              <a:rPr dirty="0" sz="1350" spc="-5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BEBEBE"/>
                </a:solidFill>
                <a:latin typeface="Lucida Sans Unicode"/>
                <a:cs typeface="Lucida Sans Unicode"/>
              </a:rPr>
              <a:t>на</a:t>
            </a:r>
            <a:r>
              <a:rPr dirty="0" sz="1350" spc="-5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интуитивно </a:t>
            </a:r>
            <a:r>
              <a:rPr dirty="0" sz="1350">
                <a:solidFill>
                  <a:srgbClr val="BEBEBE"/>
                </a:solidFill>
                <a:latin typeface="Lucida Sans Unicode"/>
                <a:cs typeface="Lucida Sans Unicode"/>
              </a:rPr>
              <a:t>понятный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5">
                <a:solidFill>
                  <a:srgbClr val="BEBEBE"/>
                </a:solidFill>
                <a:latin typeface="Lucida Sans Unicode"/>
                <a:cs typeface="Lucida Sans Unicode"/>
              </a:rPr>
              <a:t>интерфейс,</a:t>
            </a:r>
            <a:r>
              <a:rPr dirty="0" sz="1350" spc="-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BEBEBE"/>
                </a:solidFill>
                <a:latin typeface="Lucida Sans Unicode"/>
                <a:cs typeface="Lucida Sans Unicode"/>
              </a:rPr>
              <a:t>о6еспечивающий</a:t>
            </a:r>
            <a:r>
              <a:rPr dirty="0" sz="1350" spc="-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плавное </a:t>
            </a:r>
            <a:r>
              <a:rPr dirty="0" sz="1350" spc="-45">
                <a:solidFill>
                  <a:srgbClr val="BEBEBE"/>
                </a:solidFill>
                <a:latin typeface="Lucida Sans Unicode"/>
                <a:cs typeface="Lucida Sans Unicode"/>
              </a:rPr>
              <a:t>в&gt;аимодействие </a:t>
            </a:r>
            <a:r>
              <a:rPr dirty="0" sz="1350" spc="-50">
                <a:solidFill>
                  <a:srgbClr val="BEBEBE"/>
                </a:solidFill>
                <a:latin typeface="Lucida Sans Unicode"/>
                <a:cs typeface="Lucida Sans Unicode"/>
              </a:rPr>
              <a:t>с</a:t>
            </a:r>
            <a:r>
              <a:rPr dirty="0" sz="1350" spc="-4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поль&gt;ователем.</a:t>
            </a:r>
            <a:endParaRPr sz="1350">
              <a:latin typeface="Lucida Sans Unicode"/>
              <a:cs typeface="Lucida Sans Unicode"/>
            </a:endParaRPr>
          </a:p>
          <a:p>
            <a:pPr marL="286385" marR="521970">
              <a:lnSpc>
                <a:spcPct val="162000"/>
              </a:lnSpc>
              <a:spcBef>
                <a:spcPts val="750"/>
              </a:spcBef>
            </a:pPr>
            <a:r>
              <a:rPr dirty="0" sz="1350">
                <a:solidFill>
                  <a:srgbClr val="BEBEBE"/>
                </a:solidFill>
                <a:latin typeface="Lucida Sans Unicode"/>
                <a:cs typeface="Lucida Sans Unicode"/>
              </a:rPr>
              <a:t>Чистый</a:t>
            </a:r>
            <a:r>
              <a:rPr dirty="0" sz="1350" spc="-2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BEBEBE"/>
                </a:solidFill>
                <a:latin typeface="Lucida Sans Unicode"/>
                <a:cs typeface="Lucida Sans Unicode"/>
              </a:rPr>
              <a:t>и</a:t>
            </a:r>
            <a:r>
              <a:rPr dirty="0" sz="1350" spc="-2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BEBEBE"/>
                </a:solidFill>
                <a:latin typeface="Lucida Sans Unicode"/>
                <a:cs typeface="Lucida Sans Unicode"/>
              </a:rPr>
              <a:t>минималистичный</a:t>
            </a:r>
            <a:r>
              <a:rPr dirty="0" sz="1350" spc="-2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ди&gt;айн. </a:t>
            </a:r>
            <a:r>
              <a:rPr dirty="0" sz="1350">
                <a:solidFill>
                  <a:srgbClr val="BEBEBE"/>
                </a:solidFill>
                <a:latin typeface="Lucida Sans Unicode"/>
                <a:cs typeface="Lucida Sans Unicode"/>
              </a:rPr>
              <a:t>Быстрый</a:t>
            </a:r>
            <a:r>
              <a:rPr dirty="0" sz="1350" spc="-6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BEBEBE"/>
                </a:solidFill>
                <a:latin typeface="Lucida Sans Unicode"/>
                <a:cs typeface="Lucida Sans Unicode"/>
              </a:rPr>
              <a:t>отклик</a:t>
            </a:r>
            <a:r>
              <a:rPr dirty="0" sz="1350" spc="-6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BEBEBE"/>
                </a:solidFill>
                <a:latin typeface="Lucida Sans Unicode"/>
                <a:cs typeface="Lucida Sans Unicode"/>
              </a:rPr>
              <a:t>на</a:t>
            </a:r>
            <a:r>
              <a:rPr dirty="0" sz="1350" spc="-5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действия</a:t>
            </a:r>
            <a:r>
              <a:rPr dirty="0" sz="1350" spc="-6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BEBEBE"/>
                </a:solidFill>
                <a:latin typeface="Lucida Sans Unicode"/>
                <a:cs typeface="Lucida Sans Unicode"/>
              </a:rPr>
              <a:t>поль&gt;ователя.</a:t>
            </a:r>
            <a:endParaRPr sz="1350">
              <a:latin typeface="Lucida Sans Unicode"/>
              <a:cs typeface="Lucida Sans Unicode"/>
            </a:endParaRPr>
          </a:p>
          <a:p>
            <a:pPr marL="286385">
              <a:lnSpc>
                <a:spcPct val="100000"/>
              </a:lnSpc>
              <a:spcBef>
                <a:spcPts val="1080"/>
              </a:spcBef>
            </a:pPr>
            <a:r>
              <a:rPr dirty="0" sz="1350" spc="-20">
                <a:solidFill>
                  <a:srgbClr val="BEBEBE"/>
                </a:solidFill>
                <a:latin typeface="Lucida Sans Unicode"/>
                <a:cs typeface="Lucida Sans Unicode"/>
              </a:rPr>
              <a:t>Легкость</a:t>
            </a:r>
            <a:r>
              <a:rPr dirty="0" sz="1350" spc="-7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55">
                <a:solidFill>
                  <a:srgbClr val="BEBEBE"/>
                </a:solidFill>
                <a:latin typeface="Lucida Sans Unicode"/>
                <a:cs typeface="Lucida Sans Unicode"/>
              </a:rPr>
              <a:t>в</a:t>
            </a:r>
            <a:r>
              <a:rPr dirty="0" sz="1350" spc="-7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BEBEBE"/>
                </a:solidFill>
                <a:latin typeface="Lucida Sans Unicode"/>
                <a:cs typeface="Lucida Sans Unicode"/>
              </a:rPr>
              <a:t>освоении</a:t>
            </a:r>
            <a:r>
              <a:rPr dirty="0" sz="1350" spc="-7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BEBEBE"/>
                </a:solidFill>
                <a:latin typeface="Lucida Sans Unicode"/>
                <a:cs typeface="Lucida Sans Unicode"/>
              </a:rPr>
              <a:t>для</a:t>
            </a:r>
            <a:r>
              <a:rPr dirty="0" sz="1350" spc="-7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новых</a:t>
            </a:r>
            <a:r>
              <a:rPr dirty="0" sz="1350" spc="-6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поль&gt;ователей.</a:t>
            </a:r>
            <a:endParaRPr sz="1350">
              <a:latin typeface="Lucida Sans Unicode"/>
              <a:cs typeface="Lucida Sans Unicode"/>
            </a:endParaRPr>
          </a:p>
        </p:txBody>
      </p:sp>
      <p:pic>
        <p:nvPicPr>
          <p:cNvPr id="9" name="object 9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88582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1501205"/>
            <a:ext cx="3862704" cy="3924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315">
                <a:latin typeface="Cambria"/>
                <a:cs typeface="Cambria"/>
              </a:rPr>
              <a:t>  </a:t>
            </a:r>
            <a:r>
              <a:rPr dirty="0" spc="155">
                <a:latin typeface="Cambria"/>
                <a:cs typeface="Cambria"/>
              </a:rPr>
              <a:t>G4Gщ85</a:t>
            </a:r>
            <a:r>
              <a:rPr dirty="0" spc="215">
                <a:latin typeface="Cambria"/>
                <a:cs typeface="Cambria"/>
              </a:rPr>
              <a:t>  </a:t>
            </a:r>
            <a:r>
              <a:rPr dirty="0" spc="355">
                <a:latin typeface="Cambria"/>
                <a:cs typeface="Cambria"/>
              </a:rPr>
              <a:t>&gt;7&lt;&gt;6=&gt;EF8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88405" y="2186835"/>
            <a:ext cx="167302" cy="179164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4886325" y="2438399"/>
            <a:ext cx="2886075" cy="19050"/>
          </a:xfrm>
          <a:custGeom>
            <a:avLst/>
            <a:gdLst/>
            <a:ahLst/>
            <a:cxnLst/>
            <a:rect l="l" t="t" r="r" b="b"/>
            <a:pathLst>
              <a:path w="2886075" h="19050">
                <a:moveTo>
                  <a:pt x="2886075" y="0"/>
                </a:moveTo>
                <a:lnTo>
                  <a:pt x="0" y="0"/>
                </a:lnTo>
                <a:lnTo>
                  <a:pt x="0" y="19050"/>
                </a:lnTo>
                <a:lnTo>
                  <a:pt x="2886075" y="19050"/>
                </a:lnTo>
                <a:lnTo>
                  <a:pt x="2886075" y="0"/>
                </a:lnTo>
                <a:close/>
              </a:path>
            </a:pathLst>
          </a:custGeom>
          <a:solidFill>
            <a:srgbClr val="F5F5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4873623" y="2568219"/>
            <a:ext cx="2747010" cy="889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25">
                <a:solidFill>
                  <a:srgbClr val="BEBEBE"/>
                </a:solidFill>
                <a:latin typeface="SimSun"/>
                <a:cs typeface="SimSun"/>
              </a:rPr>
              <a:t>С@&gt;&gt;8</a:t>
            </a:r>
            <a:r>
              <a:rPr dirty="0" sz="1500" spc="-415">
                <a:solidFill>
                  <a:srgbClr val="BEBEBE"/>
                </a:solidFill>
                <a:latin typeface="SimSun"/>
                <a:cs typeface="SimSun"/>
              </a:rPr>
              <a:t> </a:t>
            </a:r>
            <a:r>
              <a:rPr dirty="0" sz="1500" spc="-10">
                <a:solidFill>
                  <a:srgbClr val="BEBEBE"/>
                </a:solidFill>
                <a:latin typeface="SimSun"/>
                <a:cs typeface="SimSun"/>
              </a:rPr>
              <a:t>Вы?&gt;?=е=8я</a:t>
            </a:r>
            <a:endParaRPr sz="1500">
              <a:latin typeface="SimSun"/>
              <a:cs typeface="SimSun"/>
            </a:endParaRPr>
          </a:p>
          <a:p>
            <a:pPr marL="12700" marR="5080">
              <a:lnSpc>
                <a:spcPct val="134300"/>
              </a:lnSpc>
              <a:spcBef>
                <a:spcPts val="645"/>
              </a:spcBef>
            </a:pP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До6авлеhие</a:t>
            </a:r>
            <a:r>
              <a:rPr dirty="0" sz="1350" spc="-70">
                <a:solidFill>
                  <a:srgbClr val="BEBEBE"/>
                </a:solidFill>
                <a:latin typeface="Lucida Sans Unicode"/>
                <a:cs typeface="Lucida Sans Unicode"/>
              </a:rPr>
              <a:t> дат</a:t>
            </a:r>
            <a:r>
              <a:rPr dirty="0" sz="1350" spc="-6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BEBEBE"/>
                </a:solidFill>
                <a:latin typeface="Lucida Sans Unicode"/>
                <a:cs typeface="Lucida Sans Unicode"/>
              </a:rPr>
              <a:t>и</a:t>
            </a:r>
            <a:r>
              <a:rPr dirty="0" sz="1350" spc="-6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hапомиhаhий </a:t>
            </a:r>
            <a:r>
              <a:rPr dirty="0" sz="1350" spc="-40">
                <a:solidFill>
                  <a:srgbClr val="BEBEBE"/>
                </a:solidFill>
                <a:latin typeface="Lucida Sans Unicode"/>
                <a:cs typeface="Lucida Sans Unicode"/>
              </a:rPr>
              <a:t>для</a:t>
            </a:r>
            <a:r>
              <a:rPr dirty="0" sz="1350" spc="-6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&gt;адач.</a:t>
            </a:r>
            <a:endParaRPr sz="1350">
              <a:latin typeface="Lucida Sans Unicode"/>
              <a:cs typeface="Lucida Sans Unicode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40047" y="2188421"/>
            <a:ext cx="179193" cy="176145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7943850" y="2438399"/>
            <a:ext cx="2886075" cy="19050"/>
          </a:xfrm>
          <a:custGeom>
            <a:avLst/>
            <a:gdLst/>
            <a:ahLst/>
            <a:cxnLst/>
            <a:rect l="l" t="t" r="r" b="b"/>
            <a:pathLst>
              <a:path w="2886075" h="19050">
                <a:moveTo>
                  <a:pt x="2886075" y="0"/>
                </a:moveTo>
                <a:lnTo>
                  <a:pt x="0" y="0"/>
                </a:lnTo>
                <a:lnTo>
                  <a:pt x="0" y="19050"/>
                </a:lnTo>
                <a:lnTo>
                  <a:pt x="2886075" y="19050"/>
                </a:lnTo>
                <a:lnTo>
                  <a:pt x="2886075" y="0"/>
                </a:lnTo>
                <a:close/>
              </a:path>
            </a:pathLst>
          </a:custGeom>
          <a:solidFill>
            <a:srgbClr val="F5F5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7931150" y="2568219"/>
            <a:ext cx="2909570" cy="889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25">
                <a:solidFill>
                  <a:srgbClr val="BEBEBE"/>
                </a:solidFill>
                <a:latin typeface="SimSun"/>
                <a:cs typeface="SimSun"/>
              </a:rPr>
              <a:t>Катег&gt;@87аF8я</a:t>
            </a:r>
            <a:endParaRPr sz="1500">
              <a:latin typeface="SimSun"/>
              <a:cs typeface="SimSun"/>
            </a:endParaRPr>
          </a:p>
          <a:p>
            <a:pPr marL="12700" marR="5080">
              <a:lnSpc>
                <a:spcPct val="134300"/>
              </a:lnSpc>
              <a:spcBef>
                <a:spcPts val="645"/>
              </a:spcBef>
            </a:pPr>
            <a:r>
              <a:rPr dirty="0" sz="1350" spc="-20">
                <a:solidFill>
                  <a:srgbClr val="BEBEBE"/>
                </a:solidFill>
                <a:latin typeface="Lucida Sans Unicode"/>
                <a:cs typeface="Lucida Sans Unicode"/>
              </a:rPr>
              <a:t>Группировkа</a:t>
            </a:r>
            <a:r>
              <a:rPr dirty="0" sz="1350" spc="-7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95">
                <a:solidFill>
                  <a:srgbClr val="BEBEBE"/>
                </a:solidFill>
                <a:latin typeface="Lucida Sans Unicode"/>
                <a:cs typeface="Lucida Sans Unicode"/>
              </a:rPr>
              <a:t>&gt;адач</a:t>
            </a:r>
            <a:r>
              <a:rPr dirty="0" sz="1350" spc="-6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по</a:t>
            </a:r>
            <a:r>
              <a:rPr dirty="0" sz="1350" spc="-6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kатегориям </a:t>
            </a:r>
            <a:r>
              <a:rPr dirty="0" sz="1350">
                <a:solidFill>
                  <a:srgbClr val="BEBEBE"/>
                </a:solidFill>
                <a:latin typeface="Lucida Sans Unicode"/>
                <a:cs typeface="Lucida Sans Unicode"/>
              </a:rPr>
              <a:t>или</a:t>
            </a:r>
            <a:r>
              <a:rPr dirty="0" sz="1350" spc="-8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тегам.</a:t>
            </a:r>
            <a:endParaRPr sz="1350">
              <a:latin typeface="Lucida Sans Unicode"/>
              <a:cs typeface="Lucida Sans Unicode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87822" y="3806201"/>
            <a:ext cx="168455" cy="179047"/>
          </a:xfrm>
          <a:prstGeom prst="rect">
            <a:avLst/>
          </a:prstGeom>
        </p:spPr>
      </p:pic>
      <p:sp>
        <p:nvSpPr>
          <p:cNvPr id="11" name="object 11" descr=""/>
          <p:cNvSpPr/>
          <p:nvPr/>
        </p:nvSpPr>
        <p:spPr>
          <a:xfrm>
            <a:off x="4886325" y="4057650"/>
            <a:ext cx="5943600" cy="19050"/>
          </a:xfrm>
          <a:custGeom>
            <a:avLst/>
            <a:gdLst/>
            <a:ahLst/>
            <a:cxnLst/>
            <a:rect l="l" t="t" r="r" b="b"/>
            <a:pathLst>
              <a:path w="5943600" h="19050">
                <a:moveTo>
                  <a:pt x="5943600" y="0"/>
                </a:moveTo>
                <a:lnTo>
                  <a:pt x="0" y="0"/>
                </a:lnTo>
                <a:lnTo>
                  <a:pt x="0" y="19050"/>
                </a:lnTo>
                <a:lnTo>
                  <a:pt x="5943600" y="19050"/>
                </a:lnTo>
                <a:lnTo>
                  <a:pt x="5943600" y="0"/>
                </a:lnTo>
                <a:close/>
              </a:path>
            </a:pathLst>
          </a:custGeom>
          <a:solidFill>
            <a:srgbClr val="F5F5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4873625" y="4187468"/>
            <a:ext cx="4941570" cy="612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70">
                <a:solidFill>
                  <a:srgbClr val="BEBEBE"/>
                </a:solidFill>
                <a:latin typeface="SimSun"/>
                <a:cs typeface="SimSun"/>
              </a:rPr>
              <a:t>С8=E@&gt;=87аF8я</a:t>
            </a:r>
            <a:endParaRPr sz="15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350">
                <a:solidFill>
                  <a:srgbClr val="BEBEBE"/>
                </a:solidFill>
                <a:latin typeface="Lucida Sans Unicode"/>
                <a:cs typeface="Lucida Sans Unicode"/>
              </a:rPr>
              <a:t>О6лачhая</a:t>
            </a:r>
            <a:r>
              <a:rPr dirty="0" sz="1350" spc="-5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BEBEBE"/>
                </a:solidFill>
                <a:latin typeface="Lucida Sans Unicode"/>
                <a:cs typeface="Lucida Sans Unicode"/>
              </a:rPr>
              <a:t>сиhхроhи&gt;ация</a:t>
            </a:r>
            <a:r>
              <a:rPr dirty="0" sz="1350" spc="-5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BEBEBE"/>
                </a:solidFill>
                <a:latin typeface="Lucida Sans Unicode"/>
                <a:cs typeface="Lucida Sans Unicode"/>
              </a:rPr>
              <a:t>для</a:t>
            </a:r>
            <a:r>
              <a:rPr dirty="0" sz="1350" spc="-5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BEBEBE"/>
                </a:solidFill>
                <a:latin typeface="Lucida Sans Unicode"/>
                <a:cs typeface="Lucida Sans Unicode"/>
              </a:rPr>
              <a:t>доступа</a:t>
            </a:r>
            <a:r>
              <a:rPr dirty="0" sz="1350" spc="-50">
                <a:solidFill>
                  <a:srgbClr val="BEBEBE"/>
                </a:solidFill>
                <a:latin typeface="Lucida Sans Unicode"/>
                <a:cs typeface="Lucida Sans Unicode"/>
              </a:rPr>
              <a:t> с</a:t>
            </a:r>
            <a:r>
              <a:rPr dirty="0" sz="1350" spc="-4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95">
                <a:solidFill>
                  <a:srgbClr val="BEBEBE"/>
                </a:solidFill>
                <a:latin typeface="Lucida Sans Unicode"/>
                <a:cs typeface="Lucida Sans Unicode"/>
              </a:rPr>
              <a:t>ра&gt;hых</a:t>
            </a:r>
            <a:r>
              <a:rPr dirty="0" sz="1350" spc="-5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устройств.</a:t>
            </a:r>
            <a:endParaRPr sz="1350">
              <a:latin typeface="Lucida Sans Unicode"/>
              <a:cs typeface="Lucida Sans Unicode"/>
            </a:endParaRPr>
          </a:p>
        </p:txBody>
      </p:sp>
      <p:pic>
        <p:nvPicPr>
          <p:cNvPr id="13" name="object 13" descr="">
            <a:hlinkClick r:id="rId6"/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881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195"/>
              <a:t>В&gt;?а4</a:t>
            </a:r>
            <a:r>
              <a:rPr dirty="0" spc="-110"/>
              <a:t> </a:t>
            </a:r>
            <a:r>
              <a:rPr dirty="0" spc="240"/>
              <a:t>в</a:t>
            </a:r>
            <a:r>
              <a:rPr dirty="0" spc="-105"/>
              <a:t> </a:t>
            </a:r>
            <a:r>
              <a:rPr dirty="0" spc="204"/>
              <a:t>Про5&gt;т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87375" y="2082800"/>
            <a:ext cx="530923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50">
                <a:solidFill>
                  <a:srgbClr val="BEBEBE"/>
                </a:solidFill>
                <a:latin typeface="Lucida Sans Unicode"/>
                <a:cs typeface="Lucida Sans Unicode"/>
              </a:rPr>
              <a:t>Мы</a:t>
            </a:r>
            <a:r>
              <a:rPr dirty="0" sz="1350" spc="-3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BEBEBE"/>
                </a:solidFill>
                <a:latin typeface="Lucida Sans Unicode"/>
                <a:cs typeface="Lucida Sans Unicode"/>
              </a:rPr>
              <a:t>приветствуем</a:t>
            </a:r>
            <a:r>
              <a:rPr dirty="0" sz="1350" spc="-3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BEBEBE"/>
                </a:solidFill>
                <a:latin typeface="Lucida Sans Unicode"/>
                <a:cs typeface="Lucida Sans Unicode"/>
              </a:rPr>
              <a:t>вkлад</a:t>
            </a:r>
            <a:r>
              <a:rPr dirty="0" sz="1350" spc="-3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BEBEBE"/>
                </a:solidFill>
                <a:latin typeface="Lucida Sans Unicode"/>
                <a:cs typeface="Lucida Sans Unicode"/>
              </a:rPr>
              <a:t>соо6щества</a:t>
            </a:r>
            <a:r>
              <a:rPr dirty="0" sz="1350" spc="-3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55">
                <a:solidFill>
                  <a:srgbClr val="BEBEBE"/>
                </a:solidFill>
                <a:latin typeface="Lucida Sans Unicode"/>
                <a:cs typeface="Lucida Sans Unicode"/>
              </a:rPr>
              <a:t>в</a:t>
            </a:r>
            <a:r>
              <a:rPr dirty="0" sz="1350" spc="-3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BEBEBE"/>
                </a:solidFill>
                <a:latin typeface="Lucida Sans Unicode"/>
                <a:cs typeface="Lucida Sans Unicode"/>
              </a:rPr>
              <a:t>ра&gt;витие</a:t>
            </a:r>
            <a:r>
              <a:rPr dirty="0" sz="1350" spc="-3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0">
                <a:solidFill>
                  <a:srgbClr val="BEBEBE"/>
                </a:solidFill>
                <a:latin typeface="Lucida Sans Unicode"/>
                <a:cs typeface="Lucida Sans Unicode"/>
              </a:rPr>
              <a:t>"todo-</a:t>
            </a:r>
            <a:r>
              <a:rPr dirty="0" sz="1350" spc="-60">
                <a:solidFill>
                  <a:srgbClr val="BEBEBE"/>
                </a:solidFill>
                <a:latin typeface="Lucida Sans Unicode"/>
                <a:cs typeface="Lucida Sans Unicode"/>
              </a:rPr>
              <a:t>lite-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app".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00075" y="2533649"/>
            <a:ext cx="5943600" cy="2524125"/>
          </a:xfrm>
          <a:custGeom>
            <a:avLst/>
            <a:gdLst/>
            <a:ahLst/>
            <a:cxnLst/>
            <a:rect l="l" t="t" r="r" b="b"/>
            <a:pathLst>
              <a:path w="5943600" h="2524125">
                <a:moveTo>
                  <a:pt x="5943600" y="18592"/>
                </a:moveTo>
                <a:lnTo>
                  <a:pt x="5924994" y="0"/>
                </a:lnTo>
                <a:lnTo>
                  <a:pt x="2971800" y="0"/>
                </a:lnTo>
                <a:lnTo>
                  <a:pt x="18580" y="0"/>
                </a:lnTo>
                <a:lnTo>
                  <a:pt x="0" y="18592"/>
                </a:lnTo>
                <a:lnTo>
                  <a:pt x="0" y="1533525"/>
                </a:lnTo>
                <a:lnTo>
                  <a:pt x="0" y="2502700"/>
                </a:lnTo>
                <a:lnTo>
                  <a:pt x="0" y="2505545"/>
                </a:lnTo>
                <a:lnTo>
                  <a:pt x="546" y="2508262"/>
                </a:lnTo>
                <a:lnTo>
                  <a:pt x="18580" y="2524125"/>
                </a:lnTo>
                <a:lnTo>
                  <a:pt x="5924994" y="2524125"/>
                </a:lnTo>
                <a:lnTo>
                  <a:pt x="5943600" y="2505545"/>
                </a:lnTo>
                <a:lnTo>
                  <a:pt x="5943600" y="18592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58820" y="2647261"/>
            <a:ext cx="2078989" cy="1219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250"/>
              </a:lnSpc>
              <a:spcBef>
                <a:spcPts val="105"/>
              </a:spcBef>
            </a:pPr>
            <a:r>
              <a:rPr dirty="0" sz="2000" spc="-225">
                <a:solidFill>
                  <a:srgbClr val="BEBEBE"/>
                </a:solidFill>
                <a:latin typeface="Georgia"/>
                <a:cs typeface="Georgia"/>
              </a:rPr>
              <a:t>С&gt;&gt;5M5=ия</a:t>
            </a:r>
            <a:r>
              <a:rPr dirty="0" sz="2000" spc="-75">
                <a:solidFill>
                  <a:srgbClr val="BEBEBE"/>
                </a:solidFill>
                <a:latin typeface="Georgia"/>
                <a:cs typeface="Georgia"/>
              </a:rPr>
              <a:t> </a:t>
            </a:r>
            <a:r>
              <a:rPr dirty="0" sz="2000" spc="-25">
                <a:solidFill>
                  <a:srgbClr val="BEBEBE"/>
                </a:solidFill>
                <a:latin typeface="Georgia"/>
                <a:cs typeface="Georgia"/>
              </a:rPr>
              <a:t>&gt;5</a:t>
            </a:r>
            <a:endParaRPr sz="2000">
              <a:latin typeface="Georgia"/>
              <a:cs typeface="Georgia"/>
            </a:endParaRPr>
          </a:p>
          <a:p>
            <a:pPr marL="12700">
              <a:lnSpc>
                <a:spcPts val="2250"/>
              </a:lnSpc>
            </a:pPr>
            <a:r>
              <a:rPr dirty="0" sz="2000" spc="30">
                <a:solidFill>
                  <a:srgbClr val="BEBEBE"/>
                </a:solidFill>
                <a:latin typeface="Georgia"/>
                <a:cs typeface="Georgia"/>
              </a:rPr>
              <a:t> </a:t>
            </a:r>
            <a:r>
              <a:rPr dirty="0" sz="2000" spc="-10">
                <a:solidFill>
                  <a:srgbClr val="BEBEBE"/>
                </a:solidFill>
                <a:latin typeface="Georgia"/>
                <a:cs typeface="Georgia"/>
              </a:rPr>
              <a:t>Lи5&gt;4х</a:t>
            </a:r>
            <a:endParaRPr sz="200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545"/>
              </a:spcBef>
            </a:pPr>
            <a:r>
              <a:rPr dirty="0" sz="1350" spc="-20">
                <a:solidFill>
                  <a:srgbClr val="BEBEBE"/>
                </a:solidFill>
                <a:latin typeface="Lucida Sans Unicode"/>
                <a:cs typeface="Lucida Sans Unicode"/>
              </a:rPr>
              <a:t>Помогите</a:t>
            </a:r>
            <a:r>
              <a:rPr dirty="0" sz="1350" spc="-6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BEBEBE"/>
                </a:solidFill>
                <a:latin typeface="Lucida Sans Unicode"/>
                <a:cs typeface="Lucida Sans Unicode"/>
              </a:rPr>
              <a:t>hам</a:t>
            </a:r>
            <a:r>
              <a:rPr dirty="0" sz="1350" spc="-6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улучшить ста6ильhость.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571875" y="2533649"/>
            <a:ext cx="2971800" cy="1533525"/>
            <a:chOff x="3571875" y="2533649"/>
            <a:chExt cx="2971800" cy="1533525"/>
          </a:xfrm>
        </p:grpSpPr>
        <p:sp>
          <p:nvSpPr>
            <p:cNvPr id="8" name="object 8" descr=""/>
            <p:cNvSpPr/>
            <p:nvPr/>
          </p:nvSpPr>
          <p:spPr>
            <a:xfrm>
              <a:off x="3571875" y="2533649"/>
              <a:ext cx="2971800" cy="1533525"/>
            </a:xfrm>
            <a:custGeom>
              <a:avLst/>
              <a:gdLst/>
              <a:ahLst/>
              <a:cxnLst/>
              <a:rect l="l" t="t" r="r" b="b"/>
              <a:pathLst>
                <a:path w="2971800" h="1533525">
                  <a:moveTo>
                    <a:pt x="2953207" y="0"/>
                  </a:moveTo>
                  <a:lnTo>
                    <a:pt x="0" y="0"/>
                  </a:lnTo>
                  <a:lnTo>
                    <a:pt x="0" y="1533525"/>
                  </a:lnTo>
                  <a:lnTo>
                    <a:pt x="2971800" y="1533525"/>
                  </a:lnTo>
                  <a:lnTo>
                    <a:pt x="2971800" y="18592"/>
                  </a:lnTo>
                  <a:lnTo>
                    <a:pt x="2953207" y="0"/>
                  </a:lnTo>
                  <a:close/>
                </a:path>
              </a:pathLst>
            </a:custGeom>
            <a:solidFill>
              <a:srgbClr val="3E3E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571875" y="2533649"/>
              <a:ext cx="19050" cy="1533525"/>
            </a:xfrm>
            <a:custGeom>
              <a:avLst/>
              <a:gdLst/>
              <a:ahLst/>
              <a:cxnLst/>
              <a:rect l="l" t="t" r="r" b="b"/>
              <a:pathLst>
                <a:path w="19050" h="1533525">
                  <a:moveTo>
                    <a:pt x="121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1524000"/>
                  </a:lnTo>
                  <a:lnTo>
                    <a:pt x="0" y="1526628"/>
                  </a:lnTo>
                  <a:lnTo>
                    <a:pt x="927" y="1528876"/>
                  </a:lnTo>
                  <a:lnTo>
                    <a:pt x="4648" y="1532597"/>
                  </a:lnTo>
                  <a:lnTo>
                    <a:pt x="6896" y="1533525"/>
                  </a:lnTo>
                  <a:lnTo>
                    <a:pt x="12153" y="1533525"/>
                  </a:lnTo>
                  <a:lnTo>
                    <a:pt x="14401" y="1532597"/>
                  </a:lnTo>
                  <a:lnTo>
                    <a:pt x="18122" y="1528876"/>
                  </a:lnTo>
                  <a:lnTo>
                    <a:pt x="19050" y="1526628"/>
                  </a:lnTo>
                  <a:lnTo>
                    <a:pt x="19050" y="6896"/>
                  </a:ln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3987800" y="2647261"/>
            <a:ext cx="2397125" cy="9531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45">
                <a:solidFill>
                  <a:srgbClr val="BEBEBE"/>
                </a:solidFill>
                <a:latin typeface="Georgia"/>
                <a:cs typeface="Georgia"/>
              </a:rPr>
              <a:t> </a:t>
            </a:r>
            <a:r>
              <a:rPr dirty="0" sz="2000" spc="-10">
                <a:solidFill>
                  <a:srgbClr val="BEBEBE"/>
                </a:solidFill>
                <a:latin typeface="Georgia"/>
                <a:cs typeface="Georgia"/>
              </a:rPr>
              <a:t>р54?&gt;65=ия</a:t>
            </a:r>
            <a:endParaRPr sz="200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545"/>
              </a:spcBef>
            </a:pP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Делитесь</a:t>
            </a:r>
            <a:r>
              <a:rPr dirty="0" sz="1350" spc="-6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идеями</a:t>
            </a:r>
            <a:r>
              <a:rPr dirty="0" sz="1350" spc="-6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BEBEBE"/>
                </a:solidFill>
                <a:latin typeface="Lucida Sans Unicode"/>
                <a:cs typeface="Lucida Sans Unicode"/>
              </a:rPr>
              <a:t>для</a:t>
            </a:r>
            <a:r>
              <a:rPr dirty="0" sz="1350" spc="-6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hовых фуhkций.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600075" y="4067175"/>
            <a:ext cx="5943600" cy="990600"/>
            <a:chOff x="600075" y="4067175"/>
            <a:chExt cx="5943600" cy="990600"/>
          </a:xfrm>
        </p:grpSpPr>
        <p:sp>
          <p:nvSpPr>
            <p:cNvPr id="12" name="object 12" descr=""/>
            <p:cNvSpPr/>
            <p:nvPr/>
          </p:nvSpPr>
          <p:spPr>
            <a:xfrm>
              <a:off x="600075" y="4067175"/>
              <a:ext cx="5943600" cy="990600"/>
            </a:xfrm>
            <a:custGeom>
              <a:avLst/>
              <a:gdLst/>
              <a:ahLst/>
              <a:cxnLst/>
              <a:rect l="l" t="t" r="r" b="b"/>
              <a:pathLst>
                <a:path w="5943600" h="990600">
                  <a:moveTo>
                    <a:pt x="5943600" y="0"/>
                  </a:moveTo>
                  <a:lnTo>
                    <a:pt x="0" y="0"/>
                  </a:lnTo>
                  <a:lnTo>
                    <a:pt x="0" y="969175"/>
                  </a:lnTo>
                  <a:lnTo>
                    <a:pt x="0" y="972007"/>
                  </a:lnTo>
                  <a:lnTo>
                    <a:pt x="18588" y="990600"/>
                  </a:lnTo>
                  <a:lnTo>
                    <a:pt x="5925007" y="990600"/>
                  </a:lnTo>
                  <a:lnTo>
                    <a:pt x="5943600" y="972007"/>
                  </a:lnTo>
                  <a:lnTo>
                    <a:pt x="5943600" y="0"/>
                  </a:lnTo>
                  <a:close/>
                </a:path>
              </a:pathLst>
            </a:custGeom>
            <a:solidFill>
              <a:srgbClr val="3E3E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00075" y="4067175"/>
              <a:ext cx="5943600" cy="19050"/>
            </a:xfrm>
            <a:custGeom>
              <a:avLst/>
              <a:gdLst/>
              <a:ahLst/>
              <a:cxnLst/>
              <a:rect l="l" t="t" r="r" b="b"/>
              <a:pathLst>
                <a:path w="5943600" h="19050">
                  <a:moveTo>
                    <a:pt x="593670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936703" y="19050"/>
                  </a:lnTo>
                  <a:lnTo>
                    <a:pt x="5938951" y="18122"/>
                  </a:lnTo>
                  <a:lnTo>
                    <a:pt x="5942672" y="14401"/>
                  </a:lnTo>
                  <a:lnTo>
                    <a:pt x="5943600" y="12153"/>
                  </a:lnTo>
                  <a:lnTo>
                    <a:pt x="5943600" y="6896"/>
                  </a:lnTo>
                  <a:lnTo>
                    <a:pt x="5942672" y="4648"/>
                  </a:lnTo>
                  <a:lnTo>
                    <a:pt x="5938951" y="927"/>
                  </a:lnTo>
                  <a:lnTo>
                    <a:pt x="5936703" y="0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758825" y="4221162"/>
            <a:ext cx="2668270" cy="636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0">
                <a:solidFill>
                  <a:srgbClr val="BEBEBE"/>
                </a:solidFill>
                <a:latin typeface="Tahoma"/>
                <a:cs typeface="Tahoma"/>
              </a:rPr>
              <a:t>Pull</a:t>
            </a:r>
            <a:r>
              <a:rPr dirty="0" sz="1650" spc="-175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dirty="0" sz="1650" spc="70">
                <a:solidFill>
                  <a:srgbClr val="BEBEBE"/>
                </a:solidFill>
                <a:latin typeface="Tahoma"/>
                <a:cs typeface="Tahoma"/>
              </a:rPr>
              <a:t>Requests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50">
                <a:solidFill>
                  <a:srgbClr val="BEBEBE"/>
                </a:solidFill>
                <a:latin typeface="Lucida Sans Unicode"/>
                <a:cs typeface="Lucida Sans Unicode"/>
              </a:rPr>
              <a:t>Вhосите</a:t>
            </a:r>
            <a:r>
              <a:rPr dirty="0" sz="1350" spc="-8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BEBEBE"/>
                </a:solidFill>
                <a:latin typeface="Lucida Sans Unicode"/>
                <a:cs typeface="Lucida Sans Unicode"/>
              </a:rPr>
              <a:t>свой</a:t>
            </a:r>
            <a:r>
              <a:rPr dirty="0" sz="1350" spc="-8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BEBEBE"/>
                </a:solidFill>
                <a:latin typeface="Lucida Sans Unicode"/>
                <a:cs typeface="Lucida Sans Unicode"/>
              </a:rPr>
              <a:t>kод</a:t>
            </a:r>
            <a:r>
              <a:rPr dirty="0" sz="1350" spc="-8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BEBEBE"/>
                </a:solidFill>
                <a:latin typeface="Lucida Sans Unicode"/>
                <a:cs typeface="Lucida Sans Unicode"/>
              </a:rPr>
              <a:t>и</a:t>
            </a:r>
            <a:r>
              <a:rPr dirty="0" sz="1350" spc="-8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улучшеhия.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3362325" y="3090862"/>
            <a:ext cx="428625" cy="428625"/>
            <a:chOff x="3362325" y="3090862"/>
            <a:chExt cx="428625" cy="428625"/>
          </a:xfrm>
        </p:grpSpPr>
        <p:sp>
          <p:nvSpPr>
            <p:cNvPr id="16" name="object 16" descr=""/>
            <p:cNvSpPr/>
            <p:nvPr/>
          </p:nvSpPr>
          <p:spPr>
            <a:xfrm>
              <a:off x="3371850" y="3100387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400951" y="0"/>
                  </a:moveTo>
                  <a:lnTo>
                    <a:pt x="8623" y="0"/>
                  </a:lnTo>
                  <a:lnTo>
                    <a:pt x="5816" y="1155"/>
                  </a:lnTo>
                  <a:lnTo>
                    <a:pt x="3492" y="3492"/>
                  </a:lnTo>
                  <a:lnTo>
                    <a:pt x="1155" y="5803"/>
                  </a:lnTo>
                  <a:lnTo>
                    <a:pt x="0" y="8623"/>
                  </a:lnTo>
                  <a:lnTo>
                    <a:pt x="0" y="397675"/>
                  </a:lnTo>
                  <a:lnTo>
                    <a:pt x="0" y="400951"/>
                  </a:lnTo>
                  <a:lnTo>
                    <a:pt x="1155" y="403758"/>
                  </a:lnTo>
                  <a:lnTo>
                    <a:pt x="5816" y="408406"/>
                  </a:lnTo>
                  <a:lnTo>
                    <a:pt x="8623" y="409575"/>
                  </a:lnTo>
                  <a:lnTo>
                    <a:pt x="400951" y="409575"/>
                  </a:lnTo>
                  <a:lnTo>
                    <a:pt x="403758" y="408406"/>
                  </a:lnTo>
                  <a:lnTo>
                    <a:pt x="408419" y="403758"/>
                  </a:lnTo>
                  <a:lnTo>
                    <a:pt x="409575" y="400951"/>
                  </a:lnTo>
                  <a:lnTo>
                    <a:pt x="409575" y="8623"/>
                  </a:lnTo>
                  <a:lnTo>
                    <a:pt x="408419" y="5803"/>
                  </a:lnTo>
                  <a:lnTo>
                    <a:pt x="406082" y="3492"/>
                  </a:lnTo>
                  <a:lnTo>
                    <a:pt x="403758" y="1155"/>
                  </a:lnTo>
                  <a:lnTo>
                    <a:pt x="400951" y="0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371850" y="3100387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397675"/>
                  </a:moveTo>
                  <a:lnTo>
                    <a:pt x="0" y="11912"/>
                  </a:lnTo>
                  <a:lnTo>
                    <a:pt x="0" y="8623"/>
                  </a:lnTo>
                  <a:lnTo>
                    <a:pt x="1155" y="5803"/>
                  </a:lnTo>
                  <a:lnTo>
                    <a:pt x="3492" y="3492"/>
                  </a:lnTo>
                  <a:lnTo>
                    <a:pt x="5816" y="1155"/>
                  </a:lnTo>
                  <a:lnTo>
                    <a:pt x="8623" y="0"/>
                  </a:lnTo>
                  <a:lnTo>
                    <a:pt x="11912" y="0"/>
                  </a:lnTo>
                  <a:lnTo>
                    <a:pt x="397675" y="0"/>
                  </a:lnTo>
                  <a:lnTo>
                    <a:pt x="400951" y="0"/>
                  </a:lnTo>
                  <a:lnTo>
                    <a:pt x="403758" y="1155"/>
                  </a:lnTo>
                  <a:lnTo>
                    <a:pt x="406082" y="3492"/>
                  </a:lnTo>
                  <a:lnTo>
                    <a:pt x="408419" y="5803"/>
                  </a:lnTo>
                  <a:lnTo>
                    <a:pt x="409575" y="8623"/>
                  </a:lnTo>
                  <a:lnTo>
                    <a:pt x="409575" y="11912"/>
                  </a:lnTo>
                  <a:lnTo>
                    <a:pt x="409575" y="397675"/>
                  </a:lnTo>
                  <a:lnTo>
                    <a:pt x="409575" y="400951"/>
                  </a:lnTo>
                  <a:lnTo>
                    <a:pt x="408419" y="403758"/>
                  </a:lnTo>
                  <a:lnTo>
                    <a:pt x="406082" y="406082"/>
                  </a:lnTo>
                  <a:lnTo>
                    <a:pt x="403758" y="408406"/>
                  </a:lnTo>
                  <a:lnTo>
                    <a:pt x="400951" y="409575"/>
                  </a:lnTo>
                  <a:lnTo>
                    <a:pt x="397675" y="409575"/>
                  </a:lnTo>
                  <a:lnTo>
                    <a:pt x="11912" y="409575"/>
                  </a:lnTo>
                  <a:lnTo>
                    <a:pt x="8623" y="409575"/>
                  </a:lnTo>
                  <a:lnTo>
                    <a:pt x="5816" y="408406"/>
                  </a:lnTo>
                  <a:lnTo>
                    <a:pt x="3492" y="406082"/>
                  </a:lnTo>
                  <a:lnTo>
                    <a:pt x="1155" y="403758"/>
                  </a:lnTo>
                  <a:lnTo>
                    <a:pt x="0" y="400951"/>
                  </a:lnTo>
                  <a:lnTo>
                    <a:pt x="0" y="397675"/>
                  </a:lnTo>
                  <a:close/>
                </a:path>
              </a:pathLst>
            </a:custGeom>
            <a:ln w="19050">
              <a:solidFill>
                <a:srgbClr val="57575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94647" y="3190889"/>
              <a:ext cx="159305" cy="223846"/>
            </a:xfrm>
            <a:prstGeom prst="rect">
              <a:avLst/>
            </a:prstGeom>
          </p:spPr>
        </p:pic>
      </p:grpSp>
      <p:pic>
        <p:nvPicPr>
          <p:cNvPr id="19" name="object 19" descr="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2244725"/>
            <a:ext cx="5098415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35">
                <a:latin typeface="Cambria"/>
                <a:cs typeface="Cambria"/>
              </a:rPr>
              <a:t>НачAит5</a:t>
            </a:r>
            <a:r>
              <a:rPr dirty="0" spc="30">
                <a:latin typeface="Cambria"/>
                <a:cs typeface="Cambria"/>
              </a:rPr>
              <a:t> </a:t>
            </a:r>
            <a:r>
              <a:rPr dirty="0" spc="220">
                <a:latin typeface="Cambria"/>
                <a:cs typeface="Cambria"/>
              </a:rPr>
              <a:t>У?@ав?ять</a:t>
            </a:r>
            <a:r>
              <a:rPr dirty="0" spc="35">
                <a:latin typeface="Cambria"/>
                <a:cs typeface="Cambria"/>
              </a:rPr>
              <a:t> </a:t>
            </a:r>
            <a:r>
              <a:rPr dirty="0" spc="195">
                <a:latin typeface="Cambria"/>
                <a:cs typeface="Cambria"/>
              </a:rPr>
              <a:t>За4ача@и</a:t>
            </a:r>
            <a:r>
              <a:rPr dirty="0" sz="2700" spc="195">
                <a:latin typeface="Tahoma"/>
                <a:cs typeface="Tahoma"/>
              </a:rPr>
              <a:t>!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87375" y="2898139"/>
            <a:ext cx="5371465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20">
                <a:solidFill>
                  <a:srgbClr val="BEBEBE"/>
                </a:solidFill>
                <a:latin typeface="Lucida Sans Unicode"/>
                <a:cs typeface="Lucida Sans Unicode"/>
              </a:rPr>
              <a:t>Посетите</a:t>
            </a:r>
            <a:r>
              <a:rPr dirty="0" sz="1350" spc="-1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BEBEBE"/>
                </a:solidFill>
                <a:latin typeface="Lucida Sans Unicode"/>
                <a:cs typeface="Lucida Sans Unicode"/>
              </a:rPr>
              <a:t>репо&gt;иторий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BEBEBE"/>
                </a:solidFill>
                <a:latin typeface="Lucida Sans Unicode"/>
                <a:cs typeface="Lucida Sans Unicode"/>
              </a:rPr>
              <a:t>GitHub,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BEBEBE"/>
                </a:solidFill>
                <a:latin typeface="Lucida Sans Unicode"/>
                <a:cs typeface="Lucida Sans Unicode"/>
              </a:rPr>
              <a:t>что6ы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BEBEBE"/>
                </a:solidFill>
                <a:latin typeface="Lucida Sans Unicode"/>
                <a:cs typeface="Lucida Sans Unicode"/>
              </a:rPr>
              <a:t>hачать</a:t>
            </a:r>
            <a:r>
              <a:rPr dirty="0" sz="1350" spc="-1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BEBEBE"/>
                </a:solidFill>
                <a:latin typeface="Lucida Sans Unicode"/>
                <a:cs typeface="Lucida Sans Unicode"/>
              </a:rPr>
              <a:t>исполь&gt;овать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BEBEBE"/>
                </a:solidFill>
                <a:latin typeface="Lucida Sans Unicode"/>
                <a:cs typeface="Lucida Sans Unicode"/>
              </a:rPr>
              <a:t>или </a:t>
            </a:r>
            <a:r>
              <a:rPr dirty="0" sz="1350">
                <a:solidFill>
                  <a:srgbClr val="BEBEBE"/>
                </a:solidFill>
                <a:latin typeface="Lucida Sans Unicode"/>
                <a:cs typeface="Lucida Sans Unicode"/>
              </a:rPr>
              <a:t>вhести</a:t>
            </a:r>
            <a:r>
              <a:rPr dirty="0" sz="1350" spc="-6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BEBEBE"/>
                </a:solidFill>
                <a:latin typeface="Lucida Sans Unicode"/>
                <a:cs typeface="Lucida Sans Unicode"/>
              </a:rPr>
              <a:t>свой</a:t>
            </a:r>
            <a:r>
              <a:rPr dirty="0" sz="1350" spc="-6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BEBEBE"/>
                </a:solidFill>
                <a:latin typeface="Lucida Sans Unicode"/>
                <a:cs typeface="Lucida Sans Unicode"/>
              </a:rPr>
              <a:t>вkлад</a:t>
            </a:r>
            <a:r>
              <a:rPr dirty="0" sz="1350" spc="-55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55">
                <a:solidFill>
                  <a:srgbClr val="BEBEBE"/>
                </a:solidFill>
                <a:latin typeface="Lucida Sans Unicode"/>
                <a:cs typeface="Lucida Sans Unicode"/>
              </a:rPr>
              <a:t>в</a:t>
            </a:r>
            <a:r>
              <a:rPr dirty="0" sz="1350" spc="-60">
                <a:solidFill>
                  <a:srgbClr val="BEBEB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0">
                <a:solidFill>
                  <a:srgbClr val="BEBEBE"/>
                </a:solidFill>
                <a:latin typeface="Lucida Sans Unicode"/>
                <a:cs typeface="Lucida Sans Unicode"/>
              </a:rPr>
              <a:t>"todo-</a:t>
            </a:r>
            <a:r>
              <a:rPr dirty="0" sz="1350" spc="-60">
                <a:solidFill>
                  <a:srgbClr val="BEBEBE"/>
                </a:solidFill>
                <a:latin typeface="Lucida Sans Unicode"/>
                <a:cs typeface="Lucida Sans Unicode"/>
              </a:rPr>
              <a:t>lite-</a:t>
            </a:r>
            <a:r>
              <a:rPr dirty="0" sz="1350" spc="-10">
                <a:solidFill>
                  <a:srgbClr val="BEBEBE"/>
                </a:solidFill>
                <a:latin typeface="Lucida Sans Unicode"/>
                <a:cs typeface="Lucida Sans Unicode"/>
              </a:rPr>
              <a:t>app".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5" name="object 5" descr="">
            <a:hlinkClick r:id="rId3"/>
          </p:cNvPr>
          <p:cNvSpPr/>
          <p:nvPr/>
        </p:nvSpPr>
        <p:spPr>
          <a:xfrm>
            <a:off x="600075" y="3695700"/>
            <a:ext cx="2438400" cy="476250"/>
          </a:xfrm>
          <a:custGeom>
            <a:avLst/>
            <a:gdLst/>
            <a:ahLst/>
            <a:cxnLst/>
            <a:rect l="l" t="t" r="r" b="b"/>
            <a:pathLst>
              <a:path w="2438400" h="476250">
                <a:moveTo>
                  <a:pt x="2419807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454825"/>
                </a:lnTo>
                <a:lnTo>
                  <a:pt x="0" y="457657"/>
                </a:lnTo>
                <a:lnTo>
                  <a:pt x="18588" y="476250"/>
                </a:lnTo>
                <a:lnTo>
                  <a:pt x="2419807" y="476250"/>
                </a:lnTo>
                <a:lnTo>
                  <a:pt x="2438400" y="457657"/>
                </a:lnTo>
                <a:lnTo>
                  <a:pt x="2438400" y="18592"/>
                </a:lnTo>
                <a:lnTo>
                  <a:pt x="2422550" y="546"/>
                </a:lnTo>
                <a:lnTo>
                  <a:pt x="2419807" y="0"/>
                </a:lnTo>
                <a:close/>
              </a:path>
            </a:pathLst>
          </a:custGeom>
          <a:solidFill>
            <a:srgbClr val="F5F5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58825" y="3816350"/>
            <a:ext cx="212344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85">
                <a:latin typeface="Arial Black"/>
                <a:cs typeface="Arial Black"/>
                <a:hlinkClick r:id="rId3"/>
              </a:rPr>
              <a:t>Перейти</a:t>
            </a:r>
            <a:r>
              <a:rPr dirty="0" sz="1350" spc="-75">
                <a:latin typeface="Arial Black"/>
                <a:cs typeface="Arial Black"/>
                <a:hlinkClick r:id="rId3"/>
              </a:rPr>
              <a:t> </a:t>
            </a:r>
            <a:r>
              <a:rPr dirty="0" sz="1350" spc="-20">
                <a:latin typeface="Arial Black"/>
                <a:cs typeface="Arial Black"/>
                <a:hlinkClick r:id="rId3"/>
              </a:rPr>
              <a:t>в</a:t>
            </a:r>
            <a:r>
              <a:rPr dirty="0" sz="1350" spc="-70">
                <a:latin typeface="Arial Black"/>
                <a:cs typeface="Arial Black"/>
                <a:hlinkClick r:id="rId3"/>
              </a:rPr>
              <a:t> </a:t>
            </a:r>
            <a:r>
              <a:rPr dirty="0" sz="1350" spc="-75">
                <a:latin typeface="Arial Black"/>
                <a:cs typeface="Arial Black"/>
                <a:hlinkClick r:id="rId3"/>
              </a:rPr>
              <a:t>Репозиторий</a:t>
            </a:r>
            <a:endParaRPr sz="1350">
              <a:latin typeface="Arial Black"/>
              <a:cs typeface="Arial Black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124200" y="3695700"/>
            <a:ext cx="1895475" cy="476250"/>
            <a:chOff x="3124200" y="3695700"/>
            <a:chExt cx="1895475" cy="476250"/>
          </a:xfrm>
        </p:grpSpPr>
        <p:sp>
          <p:nvSpPr>
            <p:cNvPr id="8" name="object 8" descr="">
              <a:hlinkClick r:id="rId4"/>
            </p:cNvPr>
            <p:cNvSpPr/>
            <p:nvPr/>
          </p:nvSpPr>
          <p:spPr>
            <a:xfrm>
              <a:off x="3124200" y="3695700"/>
              <a:ext cx="1895475" cy="476250"/>
            </a:xfrm>
            <a:custGeom>
              <a:avLst/>
              <a:gdLst/>
              <a:ahLst/>
              <a:cxnLst/>
              <a:rect l="l" t="t" r="r" b="b"/>
              <a:pathLst>
                <a:path w="1895475" h="476250">
                  <a:moveTo>
                    <a:pt x="1876882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454825"/>
                  </a:lnTo>
                  <a:lnTo>
                    <a:pt x="0" y="457657"/>
                  </a:lnTo>
                  <a:lnTo>
                    <a:pt x="18592" y="476250"/>
                  </a:lnTo>
                  <a:lnTo>
                    <a:pt x="1876882" y="476250"/>
                  </a:lnTo>
                  <a:lnTo>
                    <a:pt x="1895475" y="457657"/>
                  </a:lnTo>
                  <a:lnTo>
                    <a:pt x="1895475" y="18592"/>
                  </a:lnTo>
                  <a:lnTo>
                    <a:pt x="1879625" y="546"/>
                  </a:lnTo>
                  <a:lnTo>
                    <a:pt x="1876882" y="0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>
              <a:hlinkClick r:id="rId4"/>
            </p:cNvPr>
            <p:cNvSpPr/>
            <p:nvPr/>
          </p:nvSpPr>
          <p:spPr>
            <a:xfrm>
              <a:off x="3124268" y="3695700"/>
              <a:ext cx="1895475" cy="476250"/>
            </a:xfrm>
            <a:custGeom>
              <a:avLst/>
              <a:gdLst/>
              <a:ahLst/>
              <a:cxnLst/>
              <a:rect l="l" t="t" r="r" b="b"/>
              <a:pathLst>
                <a:path w="1895475" h="476250">
                  <a:moveTo>
                    <a:pt x="1879899" y="0"/>
                  </a:moveTo>
                  <a:lnTo>
                    <a:pt x="15438" y="0"/>
                  </a:lnTo>
                  <a:lnTo>
                    <a:pt x="10396" y="2095"/>
                  </a:lnTo>
                  <a:lnTo>
                    <a:pt x="2026" y="10464"/>
                  </a:lnTo>
                  <a:lnTo>
                    <a:pt x="10" y="15328"/>
                  </a:lnTo>
                  <a:lnTo>
                    <a:pt x="0" y="460908"/>
                  </a:lnTo>
                  <a:lnTo>
                    <a:pt x="1931" y="465556"/>
                  </a:lnTo>
                  <a:lnTo>
                    <a:pt x="2026" y="465785"/>
                  </a:lnTo>
                  <a:lnTo>
                    <a:pt x="10396" y="474154"/>
                  </a:lnTo>
                  <a:lnTo>
                    <a:pt x="15438" y="476249"/>
                  </a:lnTo>
                  <a:lnTo>
                    <a:pt x="1879899" y="476249"/>
                  </a:lnTo>
                  <a:lnTo>
                    <a:pt x="1884941" y="474154"/>
                  </a:lnTo>
                  <a:lnTo>
                    <a:pt x="1892370" y="466724"/>
                  </a:lnTo>
                  <a:lnTo>
                    <a:pt x="18079" y="466724"/>
                  </a:lnTo>
                  <a:lnTo>
                    <a:pt x="15272" y="465556"/>
                  </a:lnTo>
                  <a:lnTo>
                    <a:pt x="10612" y="460908"/>
                  </a:lnTo>
                  <a:lnTo>
                    <a:pt x="9456" y="458101"/>
                  </a:lnTo>
                  <a:lnTo>
                    <a:pt x="9456" y="18148"/>
                  </a:lnTo>
                  <a:lnTo>
                    <a:pt x="10533" y="15519"/>
                  </a:lnTo>
                  <a:lnTo>
                    <a:pt x="10612" y="15328"/>
                  </a:lnTo>
                  <a:lnTo>
                    <a:pt x="12948" y="13017"/>
                  </a:lnTo>
                  <a:lnTo>
                    <a:pt x="15272" y="10680"/>
                  </a:lnTo>
                  <a:lnTo>
                    <a:pt x="18079" y="9524"/>
                  </a:lnTo>
                  <a:lnTo>
                    <a:pt x="1892370" y="9524"/>
                  </a:lnTo>
                  <a:lnTo>
                    <a:pt x="1884941" y="2095"/>
                  </a:lnTo>
                  <a:lnTo>
                    <a:pt x="1879899" y="0"/>
                  </a:lnTo>
                  <a:close/>
                </a:path>
                <a:path w="1895475" h="476250">
                  <a:moveTo>
                    <a:pt x="1892370" y="9524"/>
                  </a:moveTo>
                  <a:lnTo>
                    <a:pt x="1877257" y="9524"/>
                  </a:lnTo>
                  <a:lnTo>
                    <a:pt x="1880064" y="10680"/>
                  </a:lnTo>
                  <a:lnTo>
                    <a:pt x="1882388" y="13017"/>
                  </a:lnTo>
                  <a:lnTo>
                    <a:pt x="1884725" y="15328"/>
                  </a:lnTo>
                  <a:lnTo>
                    <a:pt x="1885881" y="18148"/>
                  </a:lnTo>
                  <a:lnTo>
                    <a:pt x="1885881" y="458101"/>
                  </a:lnTo>
                  <a:lnTo>
                    <a:pt x="1884793" y="460743"/>
                  </a:lnTo>
                  <a:lnTo>
                    <a:pt x="1884725" y="460908"/>
                  </a:lnTo>
                  <a:lnTo>
                    <a:pt x="1880064" y="465556"/>
                  </a:lnTo>
                  <a:lnTo>
                    <a:pt x="1877257" y="466724"/>
                  </a:lnTo>
                  <a:lnTo>
                    <a:pt x="1892370" y="466724"/>
                  </a:lnTo>
                  <a:lnTo>
                    <a:pt x="1893310" y="465785"/>
                  </a:lnTo>
                  <a:lnTo>
                    <a:pt x="1895337" y="460908"/>
                  </a:lnTo>
                  <a:lnTo>
                    <a:pt x="1895327" y="15328"/>
                  </a:lnTo>
                  <a:lnTo>
                    <a:pt x="1893400" y="10680"/>
                  </a:lnTo>
                  <a:lnTo>
                    <a:pt x="1893310" y="10464"/>
                  </a:lnTo>
                  <a:lnTo>
                    <a:pt x="1892370" y="9524"/>
                  </a:lnTo>
                  <a:close/>
                </a:path>
              </a:pathLst>
            </a:custGeom>
            <a:solidFill>
              <a:srgbClr val="F5F5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3285781" y="3816350"/>
            <a:ext cx="157861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30">
                <a:solidFill>
                  <a:srgbClr val="F5F546"/>
                </a:solidFill>
                <a:latin typeface="Arial Black"/>
                <a:cs typeface="Arial Black"/>
                <a:hlinkClick r:id="rId4"/>
              </a:rPr>
              <a:t>ПоEFав8Fь</a:t>
            </a:r>
            <a:r>
              <a:rPr dirty="0" sz="1350" spc="-45">
                <a:solidFill>
                  <a:srgbClr val="F5F546"/>
                </a:solidFill>
                <a:latin typeface="Arial Black"/>
                <a:cs typeface="Arial Black"/>
                <a:hlinkClick r:id="rId4"/>
              </a:rPr>
              <a:t> </a:t>
            </a:r>
            <a:r>
              <a:rPr dirty="0" sz="1350" spc="-140">
                <a:solidFill>
                  <a:srgbClr val="F5F546"/>
                </a:solidFill>
                <a:latin typeface="Arial Black"/>
                <a:cs typeface="Arial Black"/>
                <a:hlinkClick r:id="rId4"/>
              </a:rPr>
              <a:t>Зв574G</a:t>
            </a:r>
            <a:endParaRPr sz="1350">
              <a:latin typeface="Arial Black"/>
              <a:cs typeface="Arial Black"/>
            </a:endParaRPr>
          </a:p>
        </p:txBody>
      </p:sp>
      <p:pic>
        <p:nvPicPr>
          <p:cNvPr id="11" name="object 11" descr="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2026-01-14T12:05:57Z</dcterms:created>
  <dcterms:modified xsi:type="dcterms:W3CDTF">2026-01-14T12:05:57Z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2026-01-08T00:00:00Z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2026-01-14T00:00:00Z</vt:filetime>
  </property>
  <property fmtid="{D5CDD505-2E9C-101B-9397-08002B2CF9AE}" pid="5" name="Producer">
    <vt:lpwstr>pdf-lib (https://github.com/Hopding/pdf-lib)</vt:lpwstr>
  </property>
</Properties>
</file>